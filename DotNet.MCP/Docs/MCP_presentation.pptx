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26"/>
  </p:notesMasterIdLst>
  <p:handoutMasterIdLst>
    <p:handoutMasterId r:id="rId27"/>
  </p:handoutMasterIdLst>
  <p:sldIdLst>
    <p:sldId id="259" r:id="rId5"/>
    <p:sldId id="270" r:id="rId6"/>
    <p:sldId id="265" r:id="rId7"/>
    <p:sldId id="267" r:id="rId8"/>
    <p:sldId id="377" r:id="rId9"/>
    <p:sldId id="380" r:id="rId10"/>
    <p:sldId id="381" r:id="rId11"/>
    <p:sldId id="382" r:id="rId12"/>
    <p:sldId id="383" r:id="rId13"/>
    <p:sldId id="384" r:id="rId14"/>
    <p:sldId id="375" r:id="rId15"/>
    <p:sldId id="385" r:id="rId16"/>
    <p:sldId id="387" r:id="rId17"/>
    <p:sldId id="388" r:id="rId18"/>
    <p:sldId id="376" r:id="rId19"/>
    <p:sldId id="389" r:id="rId20"/>
    <p:sldId id="390" r:id="rId21"/>
    <p:sldId id="391" r:id="rId22"/>
    <p:sldId id="392" r:id="rId23"/>
    <p:sldId id="393" r:id="rId24"/>
    <p:sldId id="357" r:id="rId25"/>
  </p:sldIdLst>
  <p:sldSz cx="24384000" cy="13716000"/>
  <p:notesSz cx="6858000" cy="9144000"/>
  <p:embeddedFontLst>
    <p:embeddedFont>
      <p:font typeface="Dava Sans" pitchFamily="2" charset="0"/>
      <p:regular r:id="rId28"/>
      <p:bold r:id="rId29"/>
      <p:italic r:id="rId30"/>
      <p:boldItalic r:id="rId31"/>
    </p:embeddedFont>
    <p:embeddedFont>
      <p:font typeface="Dava Sans Med" panose="020B0604020202020204" charset="0"/>
      <p:regular r:id="rId32"/>
    </p:embeddedFont>
  </p:embeddedFontLst>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1pPr>
    <a:lvl2pPr marL="0" marR="0" indent="2286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2pPr>
    <a:lvl3pPr marL="0" marR="0" indent="4572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3pPr>
    <a:lvl4pPr marL="0" marR="0" indent="6858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4pPr>
    <a:lvl5pPr marL="0" marR="0" indent="9144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5pPr>
    <a:lvl6pPr marL="0" marR="0" indent="11430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6pPr>
    <a:lvl7pPr marL="0" marR="0" indent="13716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7pPr>
    <a:lvl8pPr marL="0" marR="0" indent="16002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8pPr>
    <a:lvl9pPr marL="0" marR="0" indent="18288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9pPr>
  </p:defaultTextStyle>
  <p:extLst>
    <p:ext uri="{521415D9-36F7-43E2-AB2F-B90AF26B5E84}">
      <p14:sectionLst xmlns:p14="http://schemas.microsoft.com/office/powerpoint/2010/main">
        <p14:section name="Intro" id="{AC92700C-E569-4BE7-AD91-5B32A436A363}">
          <p14:sldIdLst>
            <p14:sldId id="259"/>
            <p14:sldId id="270"/>
            <p14:sldId id="265"/>
          </p14:sldIdLst>
        </p14:section>
        <p14:section name="The History That Led to MCP" id="{CF5A592E-2AB0-47D6-8B0A-6B941EFED2C7}">
          <p14:sldIdLst>
            <p14:sldId id="267"/>
            <p14:sldId id="377"/>
            <p14:sldId id="380"/>
            <p14:sldId id="381"/>
            <p14:sldId id="382"/>
            <p14:sldId id="383"/>
            <p14:sldId id="384"/>
          </p14:sldIdLst>
        </p14:section>
        <p14:section name="Why MCP" id="{B4235E48-15EF-46A7-B58C-3FAE5188633A}">
          <p14:sldIdLst>
            <p14:sldId id="375"/>
            <p14:sldId id="385"/>
            <p14:sldId id="387"/>
            <p14:sldId id="388"/>
          </p14:sldIdLst>
        </p14:section>
        <p14:section name="Demos" id="{36A0A515-5D71-49C7-9A68-AC4888D86357}">
          <p14:sldIdLst>
            <p14:sldId id="376"/>
            <p14:sldId id="389"/>
            <p14:sldId id="390"/>
            <p14:sldId id="391"/>
            <p14:sldId id="392"/>
          </p14:sldIdLst>
        </p14:section>
        <p14:section name="End" id="{FDF25BCA-9E84-4071-8BA0-B94ABE55E87D}">
          <p14:sldIdLst>
            <p14:sldId id="393"/>
            <p14:sldId id="357"/>
          </p14:sldIdLst>
        </p14:section>
      </p14:sectionLst>
    </p:ext>
    <p:ext uri="{EFAFB233-063F-42B5-8137-9DF3F51BA10A}">
      <p15:sldGuideLst xmlns:p15="http://schemas.microsoft.com/office/powerpoint/2012/main">
        <p15:guide id="1" orient="horz" pos="4320" userDrawn="1">
          <p15:clr>
            <a:srgbClr val="A4A3A4"/>
          </p15:clr>
        </p15:guide>
        <p15:guide id="2" pos="76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58087"/>
    <a:srgbClr val="BABFC3"/>
    <a:srgbClr val="FFFFFF"/>
    <a:srgbClr val="30404B"/>
    <a:srgbClr val="8C959B"/>
    <a:srgbClr val="D1D5D7"/>
    <a:srgbClr val="122B38"/>
    <a:srgbClr val="FF4230"/>
    <a:srgbClr val="FF564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
          <a:latin typeface="Poppins Bold"/>
          <a:ea typeface="Poppins Bold"/>
          <a:cs typeface="Poppins Bold"/>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lumOff val="-13575"/>
            </a:schemeClr>
          </a:solidFill>
        </a:fill>
      </a:tcStyle>
    </a:firstCol>
    <a:lastRow>
      <a:tcTxStyle b="off" i="off">
        <a:fontRef idx="minor">
          <a:srgbClr val="000000"/>
        </a:fontRef>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
          <a:latin typeface="Poppins Bold"/>
          <a:ea typeface="Poppins Bold"/>
          <a:cs typeface="Poppins Bold"/>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hueOff val="114395"/>
              <a:lumOff val="-24975"/>
            </a:schemeClr>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i="off">
        <a:font>
          <a:latin typeface="Poppins Bold"/>
          <a:ea typeface="Poppins Bold"/>
          <a:cs typeface="Poppins Bold"/>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3">
              <a:hueOff val="362282"/>
              <a:satOff val="31803"/>
              <a:lumOff val="-18242"/>
            </a:schemeClr>
          </a:solidFill>
        </a:fill>
      </a:tcStyle>
    </a:firstCol>
    <a:lastRow>
      <a:tcTxStyle b="off" i="off">
        <a:fontRef idx="minor">
          <a:srgbClr val="000000"/>
        </a:fontRef>
        <a:srgbClr val="000000"/>
      </a:tcTxStyle>
      <a:tcStyle>
        <a:tcBdr>
          <a:left>
            <a:ln w="12700" cap="flat">
              <a:solidFill>
                <a:srgbClr val="606060"/>
              </a:solidFill>
              <a:prstDash val="solid"/>
              <a:miter lim="400000"/>
            </a:ln>
          </a:left>
          <a:right>
            <a:ln w="12700" cap="flat">
              <a:solidFill>
                <a:srgbClr val="606060"/>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EBEBEB"/>
          </a:solidFill>
        </a:fill>
      </a:tcStyle>
    </a:lastRow>
    <a:firstRow>
      <a:tcTxStyle b="on" i="off">
        <a:font>
          <a:latin typeface="Poppins Bold"/>
          <a:ea typeface="Poppins Bold"/>
          <a:cs typeface="Poppins Bold"/>
        </a:font>
        <a:srgbClr val="FFFFFF"/>
      </a:tcTxStyle>
      <a:tcStyle>
        <a:tcBdr>
          <a:left>
            <a:ln w="12700" cap="flat">
              <a:solidFill>
                <a:srgbClr val="929292"/>
              </a:solidFill>
              <a:prstDash val="solid"/>
              <a:miter lim="400000"/>
            </a:ln>
          </a:left>
          <a:right>
            <a:ln w="12700" cap="flat">
              <a:solidFill>
                <a:srgbClr val="929292"/>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929292"/>
              </a:solidFill>
              <a:prstDash val="solid"/>
              <a:miter lim="400000"/>
            </a:ln>
          </a:insideH>
          <a:insideV>
            <a:ln w="12700" cap="flat">
              <a:solidFill>
                <a:srgbClr val="929292"/>
              </a:solidFill>
              <a:prstDash val="solid"/>
              <a:miter lim="400000"/>
            </a:ln>
          </a:insideV>
        </a:tcBdr>
        <a:fill>
          <a:solidFill>
            <a:srgbClr val="017101"/>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FAF7E9"/>
          </a:solidFill>
        </a:fill>
      </a:tcStyle>
    </a:wholeTbl>
    <a:band2H>
      <a:tcTxStyle/>
      <a:tcStyle>
        <a:tcBdr/>
        <a:fill>
          <a:solidFill>
            <a:srgbClr val="EDEADD"/>
          </a:solidFill>
        </a:fill>
      </a:tcStyle>
    </a:band2H>
    <a:firstCol>
      <a:tcTxStyle b="on" i="off">
        <a:font>
          <a:latin typeface="Poppins Bold"/>
          <a:ea typeface="Poppins Bold"/>
          <a:cs typeface="Poppins Bold"/>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9BA00"/>
          </a:solidFill>
        </a:fill>
      </a:tcStyle>
    </a:firstCol>
    <a:lastRow>
      <a:tcTxStyle b="on" i="off">
        <a:font>
          <a:latin typeface="Poppins Bold"/>
          <a:ea typeface="Poppins Bold"/>
          <a:cs typeface="Poppins Bold"/>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F9400"/>
          </a:solidFill>
        </a:fill>
      </a:tcStyle>
    </a:lastRow>
    <a:firstRow>
      <a:tcTxStyle b="on" i="off">
        <a:font>
          <a:latin typeface="Poppins Bold"/>
          <a:ea typeface="Poppins Bold"/>
          <a:cs typeface="Poppins Bold"/>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F9400"/>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EBEBEB"/>
          </a:solidFill>
        </a:fill>
      </a:tcStyle>
    </a:wholeTbl>
    <a:band2H>
      <a:tcTxStyle/>
      <a:tcStyle>
        <a:tcBdr/>
        <a:fill>
          <a:solidFill>
            <a:srgbClr val="DADBDA"/>
          </a:solidFill>
        </a:fill>
      </a:tcStyle>
    </a:band2H>
    <a:firstCol>
      <a:tcTxStyle b="on" i="off">
        <a:font>
          <a:latin typeface="Poppins Bold"/>
          <a:ea typeface="Poppins Bold"/>
          <a:cs typeface="Poppins Bold"/>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chemeClr val="accent6">
              <a:hueOff val="-146070"/>
              <a:satOff val="-10048"/>
              <a:lumOff val="-30626"/>
            </a:schemeClr>
          </a:solidFill>
        </a:fill>
      </a:tcStyle>
    </a:firstCol>
    <a:lastRow>
      <a:tcTxStyle b="on" i="off">
        <a:font>
          <a:latin typeface="Poppins Bold"/>
          <a:ea typeface="Poppins Bold"/>
          <a:cs typeface="Poppins Bold"/>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C24785"/>
          </a:solidFill>
        </a:fill>
      </a:tcStyle>
    </a:lastRow>
    <a:firstRow>
      <a:tcTxStyle b="on" i="off">
        <a:font>
          <a:latin typeface="Poppins Bold"/>
          <a:ea typeface="Poppins Bold"/>
          <a:cs typeface="Poppins Bold"/>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C24785"/>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B5B5C1"/>
          </a:solidFill>
        </a:fill>
      </a:tcStyle>
    </a:wholeTbl>
    <a:band2H>
      <a:tcTxStyle/>
      <a:tcStyle>
        <a:tcBdr/>
        <a:fill>
          <a:solidFill>
            <a:srgbClr val="9A9AA5"/>
          </a:solidFill>
        </a:fill>
      </a:tcStyle>
    </a:band2H>
    <a:firstCol>
      <a:tcTxStyle b="on" i="off">
        <a:font>
          <a:latin typeface="Poppins Bold"/>
          <a:ea typeface="Poppins Bold"/>
          <a:cs typeface="Poppins Bold"/>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85F"/>
          </a:solidFill>
        </a:fill>
      </a:tcStyle>
    </a:firstCol>
    <a:lastRow>
      <a:tcTxStyle b="on" i="off">
        <a:font>
          <a:latin typeface="Poppins Bold"/>
          <a:ea typeface="Poppins Bold"/>
          <a:cs typeface="Poppins Bold"/>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98089"/>
          </a:solidFill>
        </a:fill>
      </a:tcStyle>
    </a:lastRow>
    <a:firstRow>
      <a:tcTxStyle b="on" i="off">
        <a:font>
          <a:latin typeface="Poppins Bold"/>
          <a:ea typeface="Poppins Bold"/>
          <a:cs typeface="Poppins Bold"/>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98089"/>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
          <a:latin typeface="Poppins Bold"/>
          <a:ea typeface="Poppins Bold"/>
          <a:cs typeface="Poppins Bold"/>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
          <a:latin typeface="Poppins Bold"/>
          <a:ea typeface="Poppins Bold"/>
          <a:cs typeface="Poppins Bold"/>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
          <a:latin typeface="Poppins Bold"/>
          <a:ea typeface="Poppins Bold"/>
          <a:cs typeface="Poppins Bold"/>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45"/>
    <p:restoredTop sz="94640"/>
  </p:normalViewPr>
  <p:slideViewPr>
    <p:cSldViewPr snapToGrid="0">
      <p:cViewPr varScale="1">
        <p:scale>
          <a:sx n="53" d="100"/>
          <a:sy n="53" d="100"/>
        </p:scale>
        <p:origin x="1026" y="96"/>
      </p:cViewPr>
      <p:guideLst>
        <p:guide orient="horz" pos="4320"/>
        <p:guide pos="7680"/>
      </p:guideLst>
    </p:cSldViewPr>
  </p:slideViewPr>
  <p:notesTextViewPr>
    <p:cViewPr>
      <p:scale>
        <a:sx n="1" d="1"/>
        <a:sy n="1" d="1"/>
      </p:scale>
      <p:origin x="0" y="0"/>
    </p:cViewPr>
  </p:notesTextViewPr>
  <p:notesViewPr>
    <p:cSldViewPr snapToGrid="0">
      <p:cViewPr varScale="1">
        <p:scale>
          <a:sx n="168" d="100"/>
          <a:sy n="168" d="100"/>
        </p:scale>
        <p:origin x="5432" y="21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font" Target="fonts/font2.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5.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font" Target="fonts/font1.fntdata"/><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4.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font" Target="fonts/font3.fntdata"/><Relationship Id="rId35" Type="http://schemas.openxmlformats.org/officeDocument/2006/relationships/theme" Target="theme/theme1.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1E6D5C2-E810-C572-C13C-9D14F07696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RO"/>
          </a:p>
        </p:txBody>
      </p:sp>
      <p:sp>
        <p:nvSpPr>
          <p:cNvPr id="3" name="Date Placeholder 2">
            <a:extLst>
              <a:ext uri="{FF2B5EF4-FFF2-40B4-BE49-F238E27FC236}">
                <a16:creationId xmlns:a16="http://schemas.microsoft.com/office/drawing/2014/main" id="{46FBF47C-D32B-CAA2-A5A4-50B6BEB4A9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B2A5286-0306-B143-BA49-3E397476CCE1}" type="datetimeFigureOut">
              <a:rPr lang="en-RO" smtClean="0"/>
              <a:t>12/11/2025</a:t>
            </a:fld>
            <a:endParaRPr lang="en-RO"/>
          </a:p>
        </p:txBody>
      </p:sp>
      <p:sp>
        <p:nvSpPr>
          <p:cNvPr id="4" name="Footer Placeholder 3">
            <a:extLst>
              <a:ext uri="{FF2B5EF4-FFF2-40B4-BE49-F238E27FC236}">
                <a16:creationId xmlns:a16="http://schemas.microsoft.com/office/drawing/2014/main" id="{4589B6D8-A221-B327-F05B-6C599FD2A03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RO"/>
          </a:p>
        </p:txBody>
      </p:sp>
      <p:sp>
        <p:nvSpPr>
          <p:cNvPr id="5" name="Slide Number Placeholder 4">
            <a:extLst>
              <a:ext uri="{FF2B5EF4-FFF2-40B4-BE49-F238E27FC236}">
                <a16:creationId xmlns:a16="http://schemas.microsoft.com/office/drawing/2014/main" id="{48D1AC45-1C47-9DDA-6253-17E727D225C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6B202A-81CE-954E-9ACC-87922C02C77C}" type="slidenum">
              <a:rPr lang="en-RO" smtClean="0"/>
              <a:t>‹#›</a:t>
            </a:fld>
            <a:endParaRPr lang="en-RO"/>
          </a:p>
        </p:txBody>
      </p:sp>
    </p:spTree>
    <p:extLst>
      <p:ext uri="{BB962C8B-B14F-4D97-AF65-F5344CB8AC3E}">
        <p14:creationId xmlns:p14="http://schemas.microsoft.com/office/powerpoint/2010/main" val="184995558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8" name="Shape 178"/>
          <p:cNvSpPr>
            <a:spLocks noGrp="1" noRot="1" noChangeAspect="1"/>
          </p:cNvSpPr>
          <p:nvPr>
            <p:ph type="sldImg"/>
          </p:nvPr>
        </p:nvSpPr>
        <p:spPr>
          <a:xfrm>
            <a:off x="1143000" y="685800"/>
            <a:ext cx="4572000" cy="3429000"/>
          </a:xfrm>
          <a:prstGeom prst="rect">
            <a:avLst/>
          </a:prstGeom>
        </p:spPr>
        <p:txBody>
          <a:bodyPr/>
          <a:lstStyle/>
          <a:p>
            <a:endParaRPr dirty="0"/>
          </a:p>
        </p:txBody>
      </p:sp>
      <p:sp>
        <p:nvSpPr>
          <p:cNvPr id="179" name="Shape 179"/>
          <p:cNvSpPr>
            <a:spLocks noGrp="1"/>
          </p:cNvSpPr>
          <p:nvPr>
            <p:ph type="body" sz="quarter" idx="1"/>
          </p:nvPr>
        </p:nvSpPr>
        <p:spPr>
          <a:xfrm>
            <a:off x="914400" y="4343400"/>
            <a:ext cx="5029200" cy="4114800"/>
          </a:xfrm>
          <a:prstGeom prst="rect">
            <a:avLst/>
          </a:prstGeom>
        </p:spPr>
        <p:txBody>
          <a:bodyPr/>
          <a:lstStyle/>
          <a:p>
            <a:endParaRPr dirty="0"/>
          </a:p>
        </p:txBody>
      </p:sp>
    </p:spTree>
  </p:cSld>
  <p:clrMap bg1="lt1" tx1="dk1" bg2="lt2" tx2="dk2" accent1="accent1" accent2="accent2" accent3="accent3" accent4="accent4" accent5="accent5" accent6="accent6" hlink="hlink" folHlink="folHlink"/>
  <p:notesStyle>
    <a:lvl1pPr defTabSz="457200" latinLnBrk="0">
      <a:lnSpc>
        <a:spcPct val="117999"/>
      </a:lnSpc>
      <a:defRPr sz="2200" b="0" i="0">
        <a:latin typeface="Dava Sans" pitchFamily="2" charset="77"/>
        <a:ea typeface="+mn-ea"/>
        <a:cs typeface="+mn-cs"/>
        <a:sym typeface="Poppins Regular"/>
      </a:defRPr>
    </a:lvl1pPr>
    <a:lvl2pPr indent="228600" defTabSz="457200" latinLnBrk="0">
      <a:lnSpc>
        <a:spcPct val="117999"/>
      </a:lnSpc>
      <a:defRPr sz="2200">
        <a:latin typeface="+mn-lt"/>
        <a:ea typeface="+mn-ea"/>
        <a:cs typeface="+mn-cs"/>
        <a:sym typeface="Poppins Regular"/>
      </a:defRPr>
    </a:lvl2pPr>
    <a:lvl3pPr indent="457200" defTabSz="457200" latinLnBrk="0">
      <a:lnSpc>
        <a:spcPct val="117999"/>
      </a:lnSpc>
      <a:defRPr sz="2200">
        <a:latin typeface="+mn-lt"/>
        <a:ea typeface="+mn-ea"/>
        <a:cs typeface="+mn-cs"/>
        <a:sym typeface="Poppins Regular"/>
      </a:defRPr>
    </a:lvl3pPr>
    <a:lvl4pPr indent="685800" defTabSz="457200" latinLnBrk="0">
      <a:lnSpc>
        <a:spcPct val="117999"/>
      </a:lnSpc>
      <a:defRPr sz="2200">
        <a:latin typeface="+mn-lt"/>
        <a:ea typeface="+mn-ea"/>
        <a:cs typeface="+mn-cs"/>
        <a:sym typeface="Poppins Regular"/>
      </a:defRPr>
    </a:lvl4pPr>
    <a:lvl5pPr indent="914400" defTabSz="457200" latinLnBrk="0">
      <a:lnSpc>
        <a:spcPct val="117999"/>
      </a:lnSpc>
      <a:defRPr sz="2200">
        <a:latin typeface="+mn-lt"/>
        <a:ea typeface="+mn-ea"/>
        <a:cs typeface="+mn-cs"/>
        <a:sym typeface="Poppins Regular"/>
      </a:defRPr>
    </a:lvl5pPr>
    <a:lvl6pPr indent="1143000" defTabSz="457200" latinLnBrk="0">
      <a:lnSpc>
        <a:spcPct val="117999"/>
      </a:lnSpc>
      <a:defRPr sz="2200">
        <a:latin typeface="+mn-lt"/>
        <a:ea typeface="+mn-ea"/>
        <a:cs typeface="+mn-cs"/>
        <a:sym typeface="Poppins Regular"/>
      </a:defRPr>
    </a:lvl6pPr>
    <a:lvl7pPr indent="1371600" defTabSz="457200" latinLnBrk="0">
      <a:lnSpc>
        <a:spcPct val="117999"/>
      </a:lnSpc>
      <a:defRPr sz="2200">
        <a:latin typeface="+mn-lt"/>
        <a:ea typeface="+mn-ea"/>
        <a:cs typeface="+mn-cs"/>
        <a:sym typeface="Poppins Regular"/>
      </a:defRPr>
    </a:lvl7pPr>
    <a:lvl8pPr indent="1600200" defTabSz="457200" latinLnBrk="0">
      <a:lnSpc>
        <a:spcPct val="117999"/>
      </a:lnSpc>
      <a:defRPr sz="2200">
        <a:latin typeface="+mn-lt"/>
        <a:ea typeface="+mn-ea"/>
        <a:cs typeface="+mn-cs"/>
        <a:sym typeface="Poppins Regular"/>
      </a:defRPr>
    </a:lvl8pPr>
    <a:lvl9pPr indent="1828800" defTabSz="457200" latinLnBrk="0">
      <a:lnSpc>
        <a:spcPct val="117999"/>
      </a:lnSpc>
      <a:defRPr sz="2200">
        <a:latin typeface="+mn-lt"/>
        <a:ea typeface="+mn-ea"/>
        <a:cs typeface="+mn-cs"/>
        <a:sym typeface="Poppins Regular"/>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Shape 244"/>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45" name="Shape 245"/>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223C5-2298-D5AE-505D-E5A41AB58330}"/>
            </a:ext>
          </a:extLst>
        </p:cNvPr>
        <p:cNvGrpSpPr/>
        <p:nvPr/>
      </p:nvGrpSpPr>
      <p:grpSpPr>
        <a:xfrm>
          <a:off x="0" y="0"/>
          <a:ext cx="0" cy="0"/>
          <a:chOff x="0" y="0"/>
          <a:chExt cx="0" cy="0"/>
        </a:xfrm>
      </p:grpSpPr>
      <p:sp>
        <p:nvSpPr>
          <p:cNvPr id="483" name="Shape 483">
            <a:extLst>
              <a:ext uri="{FF2B5EF4-FFF2-40B4-BE49-F238E27FC236}">
                <a16:creationId xmlns:a16="http://schemas.microsoft.com/office/drawing/2014/main" id="{7FCAB5AA-9007-EFFF-CA66-39A9D12EACF9}"/>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484" name="Shape 484">
            <a:extLst>
              <a:ext uri="{FF2B5EF4-FFF2-40B4-BE49-F238E27FC236}">
                <a16:creationId xmlns:a16="http://schemas.microsoft.com/office/drawing/2014/main" id="{551AAF09-8517-1B69-379A-2461863BDE5D}"/>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endParaRPr dirty="0"/>
          </a:p>
        </p:txBody>
      </p:sp>
    </p:spTree>
    <p:extLst>
      <p:ext uri="{BB962C8B-B14F-4D97-AF65-F5344CB8AC3E}">
        <p14:creationId xmlns:p14="http://schemas.microsoft.com/office/powerpoint/2010/main" val="11706130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A018E-36C6-71E9-BCFC-BF471AE393F4}"/>
            </a:ext>
          </a:extLst>
        </p:cNvPr>
        <p:cNvGrpSpPr/>
        <p:nvPr/>
      </p:nvGrpSpPr>
      <p:grpSpPr>
        <a:xfrm>
          <a:off x="0" y="0"/>
          <a:ext cx="0" cy="0"/>
          <a:chOff x="0" y="0"/>
          <a:chExt cx="0" cy="0"/>
        </a:xfrm>
      </p:grpSpPr>
      <p:sp>
        <p:nvSpPr>
          <p:cNvPr id="483" name="Shape 483">
            <a:extLst>
              <a:ext uri="{FF2B5EF4-FFF2-40B4-BE49-F238E27FC236}">
                <a16:creationId xmlns:a16="http://schemas.microsoft.com/office/drawing/2014/main" id="{B398EEAB-5534-AD72-D397-30D5C9508F64}"/>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484" name="Shape 484">
            <a:extLst>
              <a:ext uri="{FF2B5EF4-FFF2-40B4-BE49-F238E27FC236}">
                <a16:creationId xmlns:a16="http://schemas.microsoft.com/office/drawing/2014/main" id="{9150C525-52C3-A62A-771E-065BF03DB5A7}"/>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endParaRPr dirty="0"/>
          </a:p>
        </p:txBody>
      </p:sp>
    </p:spTree>
    <p:extLst>
      <p:ext uri="{BB962C8B-B14F-4D97-AF65-F5344CB8AC3E}">
        <p14:creationId xmlns:p14="http://schemas.microsoft.com/office/powerpoint/2010/main" val="27767385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4A466-19E5-06D7-B70E-3A85BC605689}"/>
            </a:ext>
          </a:extLst>
        </p:cNvPr>
        <p:cNvGrpSpPr/>
        <p:nvPr/>
      </p:nvGrpSpPr>
      <p:grpSpPr>
        <a:xfrm>
          <a:off x="0" y="0"/>
          <a:ext cx="0" cy="0"/>
          <a:chOff x="0" y="0"/>
          <a:chExt cx="0" cy="0"/>
        </a:xfrm>
      </p:grpSpPr>
      <p:sp>
        <p:nvSpPr>
          <p:cNvPr id="483" name="Shape 483">
            <a:extLst>
              <a:ext uri="{FF2B5EF4-FFF2-40B4-BE49-F238E27FC236}">
                <a16:creationId xmlns:a16="http://schemas.microsoft.com/office/drawing/2014/main" id="{27D29938-47C5-F061-A8FA-47FBCDCC4709}"/>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484" name="Shape 484">
            <a:extLst>
              <a:ext uri="{FF2B5EF4-FFF2-40B4-BE49-F238E27FC236}">
                <a16:creationId xmlns:a16="http://schemas.microsoft.com/office/drawing/2014/main" id="{52BA9102-59AA-504F-38B1-A477302EB13E}"/>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endParaRPr dirty="0"/>
          </a:p>
        </p:txBody>
      </p:sp>
    </p:spTree>
    <p:extLst>
      <p:ext uri="{BB962C8B-B14F-4D97-AF65-F5344CB8AC3E}">
        <p14:creationId xmlns:p14="http://schemas.microsoft.com/office/powerpoint/2010/main" val="2478549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9AC59-F8DD-EDD5-E32F-B64A322ED570}"/>
            </a:ext>
          </a:extLst>
        </p:cNvPr>
        <p:cNvGrpSpPr/>
        <p:nvPr/>
      </p:nvGrpSpPr>
      <p:grpSpPr>
        <a:xfrm>
          <a:off x="0" y="0"/>
          <a:ext cx="0" cy="0"/>
          <a:chOff x="0" y="0"/>
          <a:chExt cx="0" cy="0"/>
        </a:xfrm>
      </p:grpSpPr>
      <p:sp>
        <p:nvSpPr>
          <p:cNvPr id="483" name="Shape 483">
            <a:extLst>
              <a:ext uri="{FF2B5EF4-FFF2-40B4-BE49-F238E27FC236}">
                <a16:creationId xmlns:a16="http://schemas.microsoft.com/office/drawing/2014/main" id="{27F21B2F-FAB8-F75D-2A2B-8B8A76550BA8}"/>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484" name="Shape 484">
            <a:extLst>
              <a:ext uri="{FF2B5EF4-FFF2-40B4-BE49-F238E27FC236}">
                <a16:creationId xmlns:a16="http://schemas.microsoft.com/office/drawing/2014/main" id="{EF17A792-C507-6F55-35F5-B0E125BC5CB2}"/>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endParaRPr dirty="0"/>
          </a:p>
        </p:txBody>
      </p:sp>
    </p:spTree>
    <p:extLst>
      <p:ext uri="{BB962C8B-B14F-4D97-AF65-F5344CB8AC3E}">
        <p14:creationId xmlns:p14="http://schemas.microsoft.com/office/powerpoint/2010/main" val="5970180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160C3-3574-851A-A415-CFE72C4253F6}"/>
            </a:ext>
          </a:extLst>
        </p:cNvPr>
        <p:cNvGrpSpPr/>
        <p:nvPr/>
      </p:nvGrpSpPr>
      <p:grpSpPr>
        <a:xfrm>
          <a:off x="0" y="0"/>
          <a:ext cx="0" cy="0"/>
          <a:chOff x="0" y="0"/>
          <a:chExt cx="0" cy="0"/>
        </a:xfrm>
      </p:grpSpPr>
      <p:sp>
        <p:nvSpPr>
          <p:cNvPr id="483" name="Shape 483">
            <a:extLst>
              <a:ext uri="{FF2B5EF4-FFF2-40B4-BE49-F238E27FC236}">
                <a16:creationId xmlns:a16="http://schemas.microsoft.com/office/drawing/2014/main" id="{B2DBD007-F4F4-CDEF-4296-3D31C887F059}"/>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484" name="Shape 484">
            <a:extLst>
              <a:ext uri="{FF2B5EF4-FFF2-40B4-BE49-F238E27FC236}">
                <a16:creationId xmlns:a16="http://schemas.microsoft.com/office/drawing/2014/main" id="{CC80878E-90B1-C081-0078-AB623646AFB3}"/>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endParaRPr dirty="0"/>
          </a:p>
        </p:txBody>
      </p:sp>
    </p:spTree>
    <p:extLst>
      <p:ext uri="{BB962C8B-B14F-4D97-AF65-F5344CB8AC3E}">
        <p14:creationId xmlns:p14="http://schemas.microsoft.com/office/powerpoint/2010/main" val="3379026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7E7C9-13C7-FB89-F1BF-D3670E4881E2}"/>
            </a:ext>
          </a:extLst>
        </p:cNvPr>
        <p:cNvGrpSpPr/>
        <p:nvPr/>
      </p:nvGrpSpPr>
      <p:grpSpPr>
        <a:xfrm>
          <a:off x="0" y="0"/>
          <a:ext cx="0" cy="0"/>
          <a:chOff x="0" y="0"/>
          <a:chExt cx="0" cy="0"/>
        </a:xfrm>
      </p:grpSpPr>
      <p:sp>
        <p:nvSpPr>
          <p:cNvPr id="483" name="Shape 483">
            <a:extLst>
              <a:ext uri="{FF2B5EF4-FFF2-40B4-BE49-F238E27FC236}">
                <a16:creationId xmlns:a16="http://schemas.microsoft.com/office/drawing/2014/main" id="{7C027256-E357-C349-34A5-AC5A2AEF2C19}"/>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484" name="Shape 484">
            <a:extLst>
              <a:ext uri="{FF2B5EF4-FFF2-40B4-BE49-F238E27FC236}">
                <a16:creationId xmlns:a16="http://schemas.microsoft.com/office/drawing/2014/main" id="{3912B04E-A41A-1274-934A-3FFBBFD43165}"/>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endParaRPr dirty="0"/>
          </a:p>
        </p:txBody>
      </p:sp>
    </p:spTree>
    <p:extLst>
      <p:ext uri="{BB962C8B-B14F-4D97-AF65-F5344CB8AC3E}">
        <p14:creationId xmlns:p14="http://schemas.microsoft.com/office/powerpoint/2010/main" val="15566792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04411-64C0-6735-2146-DE62FAAEDBC6}"/>
            </a:ext>
          </a:extLst>
        </p:cNvPr>
        <p:cNvGrpSpPr/>
        <p:nvPr/>
      </p:nvGrpSpPr>
      <p:grpSpPr>
        <a:xfrm>
          <a:off x="0" y="0"/>
          <a:ext cx="0" cy="0"/>
          <a:chOff x="0" y="0"/>
          <a:chExt cx="0" cy="0"/>
        </a:xfrm>
      </p:grpSpPr>
      <p:sp>
        <p:nvSpPr>
          <p:cNvPr id="483" name="Shape 483">
            <a:extLst>
              <a:ext uri="{FF2B5EF4-FFF2-40B4-BE49-F238E27FC236}">
                <a16:creationId xmlns:a16="http://schemas.microsoft.com/office/drawing/2014/main" id="{43F32F10-234E-DAA6-39DB-44B7311635B7}"/>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484" name="Shape 484">
            <a:extLst>
              <a:ext uri="{FF2B5EF4-FFF2-40B4-BE49-F238E27FC236}">
                <a16:creationId xmlns:a16="http://schemas.microsoft.com/office/drawing/2014/main" id="{72A3A148-0CD0-1E6D-8564-1AD5B13FC44D}"/>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endParaRPr dirty="0"/>
          </a:p>
        </p:txBody>
      </p:sp>
    </p:spTree>
    <p:extLst>
      <p:ext uri="{BB962C8B-B14F-4D97-AF65-F5344CB8AC3E}">
        <p14:creationId xmlns:p14="http://schemas.microsoft.com/office/powerpoint/2010/main" val="27704555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0287A8-25B2-F108-47EF-75277D3BBAA4}"/>
            </a:ext>
          </a:extLst>
        </p:cNvPr>
        <p:cNvGrpSpPr/>
        <p:nvPr/>
      </p:nvGrpSpPr>
      <p:grpSpPr>
        <a:xfrm>
          <a:off x="0" y="0"/>
          <a:ext cx="0" cy="0"/>
          <a:chOff x="0" y="0"/>
          <a:chExt cx="0" cy="0"/>
        </a:xfrm>
      </p:grpSpPr>
      <p:sp>
        <p:nvSpPr>
          <p:cNvPr id="483" name="Shape 483">
            <a:extLst>
              <a:ext uri="{FF2B5EF4-FFF2-40B4-BE49-F238E27FC236}">
                <a16:creationId xmlns:a16="http://schemas.microsoft.com/office/drawing/2014/main" id="{6E94AA4D-A167-99C6-4629-B7B55C297C77}"/>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484" name="Shape 484">
            <a:extLst>
              <a:ext uri="{FF2B5EF4-FFF2-40B4-BE49-F238E27FC236}">
                <a16:creationId xmlns:a16="http://schemas.microsoft.com/office/drawing/2014/main" id="{EEEDEDC4-49BB-BE5B-75A6-8C1085724EC4}"/>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endParaRPr dirty="0"/>
          </a:p>
        </p:txBody>
      </p:sp>
    </p:spTree>
    <p:extLst>
      <p:ext uri="{BB962C8B-B14F-4D97-AF65-F5344CB8AC3E}">
        <p14:creationId xmlns:p14="http://schemas.microsoft.com/office/powerpoint/2010/main" val="8262693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A8599-4832-A9FB-F3CE-6B5024EACF7F}"/>
            </a:ext>
          </a:extLst>
        </p:cNvPr>
        <p:cNvGrpSpPr/>
        <p:nvPr/>
      </p:nvGrpSpPr>
      <p:grpSpPr>
        <a:xfrm>
          <a:off x="0" y="0"/>
          <a:ext cx="0" cy="0"/>
          <a:chOff x="0" y="0"/>
          <a:chExt cx="0" cy="0"/>
        </a:xfrm>
      </p:grpSpPr>
      <p:sp>
        <p:nvSpPr>
          <p:cNvPr id="483" name="Shape 483">
            <a:extLst>
              <a:ext uri="{FF2B5EF4-FFF2-40B4-BE49-F238E27FC236}">
                <a16:creationId xmlns:a16="http://schemas.microsoft.com/office/drawing/2014/main" id="{DEDC99BA-7953-3B3C-44CB-1FE1BBDD4AAD}"/>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484" name="Shape 484">
            <a:extLst>
              <a:ext uri="{FF2B5EF4-FFF2-40B4-BE49-F238E27FC236}">
                <a16:creationId xmlns:a16="http://schemas.microsoft.com/office/drawing/2014/main" id="{E1CEF821-0D06-1C8E-7B97-F2233EAD77BA}"/>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endParaRPr dirty="0"/>
          </a:p>
        </p:txBody>
      </p:sp>
    </p:spTree>
    <p:extLst>
      <p:ext uri="{BB962C8B-B14F-4D97-AF65-F5344CB8AC3E}">
        <p14:creationId xmlns:p14="http://schemas.microsoft.com/office/powerpoint/2010/main" val="21507133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73E18-4985-B6B5-F220-513DEF8D63EF}"/>
            </a:ext>
          </a:extLst>
        </p:cNvPr>
        <p:cNvGrpSpPr/>
        <p:nvPr/>
      </p:nvGrpSpPr>
      <p:grpSpPr>
        <a:xfrm>
          <a:off x="0" y="0"/>
          <a:ext cx="0" cy="0"/>
          <a:chOff x="0" y="0"/>
          <a:chExt cx="0" cy="0"/>
        </a:xfrm>
      </p:grpSpPr>
      <p:sp>
        <p:nvSpPr>
          <p:cNvPr id="483" name="Shape 483">
            <a:extLst>
              <a:ext uri="{FF2B5EF4-FFF2-40B4-BE49-F238E27FC236}">
                <a16:creationId xmlns:a16="http://schemas.microsoft.com/office/drawing/2014/main" id="{64F7A0E8-7C03-5BCC-ED46-8F9D96295E61}"/>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484" name="Shape 484">
            <a:extLst>
              <a:ext uri="{FF2B5EF4-FFF2-40B4-BE49-F238E27FC236}">
                <a16:creationId xmlns:a16="http://schemas.microsoft.com/office/drawing/2014/main" id="{F84153CA-EC93-CC0A-7A6D-6EE256D99FFB}"/>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endParaRPr dirty="0"/>
          </a:p>
        </p:txBody>
      </p:sp>
    </p:spTree>
    <p:extLst>
      <p:ext uri="{BB962C8B-B14F-4D97-AF65-F5344CB8AC3E}">
        <p14:creationId xmlns:p14="http://schemas.microsoft.com/office/powerpoint/2010/main" val="22262560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8A9FE-C5BF-6E3A-2859-FDC2AFC50EBE}"/>
            </a:ext>
          </a:extLst>
        </p:cNvPr>
        <p:cNvGrpSpPr/>
        <p:nvPr/>
      </p:nvGrpSpPr>
      <p:grpSpPr>
        <a:xfrm>
          <a:off x="0" y="0"/>
          <a:ext cx="0" cy="0"/>
          <a:chOff x="0" y="0"/>
          <a:chExt cx="0" cy="0"/>
        </a:xfrm>
      </p:grpSpPr>
      <p:sp>
        <p:nvSpPr>
          <p:cNvPr id="483" name="Shape 483">
            <a:extLst>
              <a:ext uri="{FF2B5EF4-FFF2-40B4-BE49-F238E27FC236}">
                <a16:creationId xmlns:a16="http://schemas.microsoft.com/office/drawing/2014/main" id="{11A8BAE9-EF1B-8D13-CF9B-5139DB585D39}"/>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484" name="Shape 484">
            <a:extLst>
              <a:ext uri="{FF2B5EF4-FFF2-40B4-BE49-F238E27FC236}">
                <a16:creationId xmlns:a16="http://schemas.microsoft.com/office/drawing/2014/main" id="{D917E295-26D8-D557-2193-2A23CABA3092}"/>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endParaRPr dirty="0"/>
          </a:p>
        </p:txBody>
      </p:sp>
    </p:spTree>
    <p:extLst>
      <p:ext uri="{BB962C8B-B14F-4D97-AF65-F5344CB8AC3E}">
        <p14:creationId xmlns:p14="http://schemas.microsoft.com/office/powerpoint/2010/main" val="22162997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A845B-D79F-AB73-194E-FAD5A80CA892}"/>
            </a:ext>
          </a:extLst>
        </p:cNvPr>
        <p:cNvGrpSpPr/>
        <p:nvPr/>
      </p:nvGrpSpPr>
      <p:grpSpPr>
        <a:xfrm>
          <a:off x="0" y="0"/>
          <a:ext cx="0" cy="0"/>
          <a:chOff x="0" y="0"/>
          <a:chExt cx="0" cy="0"/>
        </a:xfrm>
      </p:grpSpPr>
      <p:sp>
        <p:nvSpPr>
          <p:cNvPr id="483" name="Shape 483">
            <a:extLst>
              <a:ext uri="{FF2B5EF4-FFF2-40B4-BE49-F238E27FC236}">
                <a16:creationId xmlns:a16="http://schemas.microsoft.com/office/drawing/2014/main" id="{7BAA596D-FBB1-EA37-C483-007591F59438}"/>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484" name="Shape 484">
            <a:extLst>
              <a:ext uri="{FF2B5EF4-FFF2-40B4-BE49-F238E27FC236}">
                <a16:creationId xmlns:a16="http://schemas.microsoft.com/office/drawing/2014/main" id="{3E6BB555-4D70-0CA7-47B6-72ABF2AAC7DC}"/>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endParaRPr dirty="0"/>
          </a:p>
        </p:txBody>
      </p:sp>
    </p:spTree>
    <p:extLst>
      <p:ext uri="{BB962C8B-B14F-4D97-AF65-F5344CB8AC3E}">
        <p14:creationId xmlns:p14="http://schemas.microsoft.com/office/powerpoint/2010/main" val="8934494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CBFBE-304D-BD72-F098-C07A31F5BFD1}"/>
            </a:ext>
          </a:extLst>
        </p:cNvPr>
        <p:cNvGrpSpPr/>
        <p:nvPr/>
      </p:nvGrpSpPr>
      <p:grpSpPr>
        <a:xfrm>
          <a:off x="0" y="0"/>
          <a:ext cx="0" cy="0"/>
          <a:chOff x="0" y="0"/>
          <a:chExt cx="0" cy="0"/>
        </a:xfrm>
      </p:grpSpPr>
      <p:sp>
        <p:nvSpPr>
          <p:cNvPr id="483" name="Shape 483">
            <a:extLst>
              <a:ext uri="{FF2B5EF4-FFF2-40B4-BE49-F238E27FC236}">
                <a16:creationId xmlns:a16="http://schemas.microsoft.com/office/drawing/2014/main" id="{E5830F74-D63A-D097-02E4-84685DFB452B}"/>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484" name="Shape 484">
            <a:extLst>
              <a:ext uri="{FF2B5EF4-FFF2-40B4-BE49-F238E27FC236}">
                <a16:creationId xmlns:a16="http://schemas.microsoft.com/office/drawing/2014/main" id="{61A2A1D1-40F5-7AE7-24AA-6145756E6377}"/>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endParaRPr dirty="0"/>
          </a:p>
        </p:txBody>
      </p:sp>
    </p:spTree>
    <p:extLst>
      <p:ext uri="{BB962C8B-B14F-4D97-AF65-F5344CB8AC3E}">
        <p14:creationId xmlns:p14="http://schemas.microsoft.com/office/powerpoint/2010/main" val="27758117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AD5CF-D6EF-9DB7-4B6D-B42E55ABAE85}"/>
            </a:ext>
          </a:extLst>
        </p:cNvPr>
        <p:cNvGrpSpPr/>
        <p:nvPr/>
      </p:nvGrpSpPr>
      <p:grpSpPr>
        <a:xfrm>
          <a:off x="0" y="0"/>
          <a:ext cx="0" cy="0"/>
          <a:chOff x="0" y="0"/>
          <a:chExt cx="0" cy="0"/>
        </a:xfrm>
      </p:grpSpPr>
      <p:sp>
        <p:nvSpPr>
          <p:cNvPr id="483" name="Shape 483">
            <a:extLst>
              <a:ext uri="{FF2B5EF4-FFF2-40B4-BE49-F238E27FC236}">
                <a16:creationId xmlns:a16="http://schemas.microsoft.com/office/drawing/2014/main" id="{11AE021A-4D3B-A6D0-E98C-24D6B1DB1D79}"/>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484" name="Shape 484">
            <a:extLst>
              <a:ext uri="{FF2B5EF4-FFF2-40B4-BE49-F238E27FC236}">
                <a16:creationId xmlns:a16="http://schemas.microsoft.com/office/drawing/2014/main" id="{9B97E356-D97D-EA1B-4910-300C0C5B5DB7}"/>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endParaRPr dirty="0"/>
          </a:p>
        </p:txBody>
      </p:sp>
    </p:spTree>
    <p:extLst>
      <p:ext uri="{BB962C8B-B14F-4D97-AF65-F5344CB8AC3E}">
        <p14:creationId xmlns:p14="http://schemas.microsoft.com/office/powerpoint/2010/main" val="34569980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1" name="Shape 1851"/>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852" name="Shape 1852"/>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Presentation title dark">
    <p:bg>
      <p:bgPr>
        <a:solidFill>
          <a:srgbClr val="192B37"/>
        </a:solidFill>
        <a:effectLst/>
      </p:bgPr>
    </p:bg>
    <p:spTree>
      <p:nvGrpSpPr>
        <p:cNvPr id="1" name=""/>
        <p:cNvGrpSpPr/>
        <p:nvPr/>
      </p:nvGrpSpPr>
      <p:grpSpPr>
        <a:xfrm>
          <a:off x="0" y="0"/>
          <a:ext cx="0" cy="0"/>
          <a:chOff x="0" y="0"/>
          <a:chExt cx="0" cy="0"/>
        </a:xfrm>
      </p:grpSpPr>
      <p:sp>
        <p:nvSpPr>
          <p:cNvPr id="27" name="Title Text"/>
          <p:cNvSpPr txBox="1">
            <a:spLocks noGrp="1"/>
          </p:cNvSpPr>
          <p:nvPr>
            <p:ph type="title"/>
          </p:nvPr>
        </p:nvSpPr>
        <p:spPr>
          <a:xfrm>
            <a:off x="2584896" y="6377282"/>
            <a:ext cx="19678204" cy="5957990"/>
          </a:xfrm>
          <a:prstGeom prst="rect">
            <a:avLst/>
          </a:prstGeom>
        </p:spPr>
        <p:txBody>
          <a:bodyPr lIns="0" tIns="0" rIns="0" bIns="0"/>
          <a:lstStyle>
            <a:lvl1pPr>
              <a:lnSpc>
                <a:spcPct val="80000"/>
              </a:lnSpc>
              <a:spcBef>
                <a:spcPts val="0"/>
              </a:spcBef>
              <a:defRPr sz="9600" spc="0">
                <a:solidFill>
                  <a:srgbClr val="FFFFFF"/>
                </a:solidFill>
                <a:latin typeface="+mj-lt"/>
                <a:ea typeface="+mj-ea"/>
                <a:cs typeface="+mj-cs"/>
                <a:sym typeface="Poppins Medium"/>
              </a:defRPr>
            </a:lvl1pPr>
          </a:lstStyle>
          <a:p>
            <a:r>
              <a:t>Title Text</a:t>
            </a:r>
          </a:p>
        </p:txBody>
      </p:sp>
      <p:pic>
        <p:nvPicPr>
          <p:cNvPr id="28" name="endava_logo_neg_RGB.png" descr="endava_logo_neg_RGB.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593247" y="607284"/>
            <a:ext cx="2480228" cy="421640"/>
          </a:xfrm>
          <a:prstGeom prst="rect">
            <a:avLst/>
          </a:prstGeom>
          <a:ln w="12700">
            <a:miter lim="400000"/>
          </a:ln>
        </p:spPr>
      </p:pic>
      <p:sp>
        <p:nvSpPr>
          <p:cNvPr id="29" name="Slide Number"/>
          <p:cNvSpPr txBox="1">
            <a:spLocks noGrp="1"/>
          </p:cNvSpPr>
          <p:nvPr>
            <p:ph type="sldNum" sz="quarter" idx="2"/>
          </p:nvPr>
        </p:nvSpPr>
        <p:spPr>
          <a:xfrm>
            <a:off x="11878716" y="13081000"/>
            <a:ext cx="306935" cy="398779"/>
          </a:xfrm>
          <a:prstGeom prst="rect">
            <a:avLst/>
          </a:prstGeom>
        </p:spPr>
        <p:txBody>
          <a:bodyPr lIns="50800" tIns="50800" rIns="50800" bIns="50800"/>
          <a:lstStyle/>
          <a:p>
            <a:fld id="{86CB4B4D-7CA3-9044-876B-883B54F8677D}" type="slidenum">
              <a:rPr/>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1_Presentation title dark">
    <p:bg>
      <p:bgPr>
        <a:solidFill>
          <a:srgbClr val="192B37"/>
        </a:solidFill>
        <a:effectLst/>
      </p:bgPr>
    </p:bg>
    <p:spTree>
      <p:nvGrpSpPr>
        <p:cNvPr id="1" name=""/>
        <p:cNvGrpSpPr/>
        <p:nvPr/>
      </p:nvGrpSpPr>
      <p:grpSpPr>
        <a:xfrm>
          <a:off x="0" y="0"/>
          <a:ext cx="0" cy="0"/>
          <a:chOff x="0" y="0"/>
          <a:chExt cx="0" cy="0"/>
        </a:xfrm>
      </p:grpSpPr>
      <p:sp>
        <p:nvSpPr>
          <p:cNvPr id="27" name="Title Text"/>
          <p:cNvSpPr txBox="1">
            <a:spLocks noGrp="1"/>
          </p:cNvSpPr>
          <p:nvPr>
            <p:ph type="title"/>
          </p:nvPr>
        </p:nvSpPr>
        <p:spPr>
          <a:xfrm>
            <a:off x="2584896" y="6377282"/>
            <a:ext cx="19678204" cy="5957990"/>
          </a:xfrm>
          <a:prstGeom prst="rect">
            <a:avLst/>
          </a:prstGeom>
        </p:spPr>
        <p:txBody>
          <a:bodyPr lIns="0" tIns="0" rIns="0" bIns="0"/>
          <a:lstStyle>
            <a:lvl1pPr>
              <a:lnSpc>
                <a:spcPct val="80000"/>
              </a:lnSpc>
              <a:spcBef>
                <a:spcPts val="0"/>
              </a:spcBef>
              <a:defRPr sz="9600" spc="0">
                <a:solidFill>
                  <a:srgbClr val="FFFFFF"/>
                </a:solidFill>
                <a:latin typeface="+mj-lt"/>
                <a:ea typeface="+mj-ea"/>
                <a:cs typeface="+mj-cs"/>
                <a:sym typeface="Poppins Medium"/>
              </a:defRPr>
            </a:lvl1pPr>
          </a:lstStyle>
          <a:p>
            <a:r>
              <a:t>Title Text</a:t>
            </a:r>
          </a:p>
        </p:txBody>
      </p:sp>
      <p:sp>
        <p:nvSpPr>
          <p:cNvPr id="29" name="Slide Number"/>
          <p:cNvSpPr txBox="1">
            <a:spLocks noGrp="1"/>
          </p:cNvSpPr>
          <p:nvPr>
            <p:ph type="sldNum" sz="quarter" idx="2"/>
          </p:nvPr>
        </p:nvSpPr>
        <p:spPr>
          <a:xfrm>
            <a:off x="11878716" y="13081000"/>
            <a:ext cx="306935" cy="398779"/>
          </a:xfrm>
          <a:prstGeom prst="rect">
            <a:avLst/>
          </a:prstGeom>
        </p:spPr>
        <p:txBody>
          <a:bodyPr lIns="50800" tIns="50800" rIns="50800" bIns="50800"/>
          <a:lstStyle/>
          <a:p>
            <a:fld id="{86CB4B4D-7CA3-9044-876B-883B54F8677D}" type="slidenum">
              <a:rPr/>
              <a:t>‹#›</a:t>
            </a:fld>
            <a:endParaRPr/>
          </a:p>
        </p:txBody>
      </p:sp>
    </p:spTree>
    <p:extLst>
      <p:ext uri="{BB962C8B-B14F-4D97-AF65-F5344CB8AC3E}">
        <p14:creationId xmlns:p14="http://schemas.microsoft.com/office/powerpoint/2010/main" val="3877933200"/>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Agenda Black">
    <p:bg>
      <p:bgPr>
        <a:solidFill>
          <a:srgbClr val="192B37"/>
        </a:solidFill>
        <a:effectLst/>
      </p:bgPr>
    </p:bg>
    <p:spTree>
      <p:nvGrpSpPr>
        <p:cNvPr id="1" name=""/>
        <p:cNvGrpSpPr/>
        <p:nvPr/>
      </p:nvGrpSpPr>
      <p:grpSpPr>
        <a:xfrm>
          <a:off x="0" y="0"/>
          <a:ext cx="0" cy="0"/>
          <a:chOff x="0" y="0"/>
          <a:chExt cx="0" cy="0"/>
        </a:xfrm>
      </p:grpSpPr>
      <p:pic>
        <p:nvPicPr>
          <p:cNvPr id="50" name="endava_symbol_black_CMYK.pdf" descr="endava_symbol_black_CMYK.pdf"/>
          <p:cNvPicPr>
            <a:picLocks noChangeAspect="1"/>
          </p:cNvPicPr>
          <p:nvPr/>
        </p:nvPicPr>
        <p:blipFill>
          <a:blip r:embed="rId2" cstate="screen">
            <a:alphaModFix amt="50000"/>
            <a:extLst>
              <a:ext uri="{28A0092B-C50C-407E-A947-70E740481C1C}">
                <a14:useLocalDpi xmlns:a14="http://schemas.microsoft.com/office/drawing/2010/main"/>
              </a:ext>
            </a:extLst>
          </a:blip>
          <a:srcRect/>
          <a:stretch>
            <a:fillRect/>
          </a:stretch>
        </p:blipFill>
        <p:spPr>
          <a:xfrm>
            <a:off x="23434135" y="251730"/>
            <a:ext cx="262850" cy="320676"/>
          </a:xfrm>
          <a:prstGeom prst="rect">
            <a:avLst/>
          </a:prstGeom>
          <a:ln w="12700">
            <a:miter lim="400000"/>
          </a:ln>
        </p:spPr>
      </p:pic>
      <p:sp>
        <p:nvSpPr>
          <p:cNvPr id="51" name="Insert presentation name"/>
          <p:cNvSpPr txBox="1"/>
          <p:nvPr userDrawn="1"/>
        </p:nvSpPr>
        <p:spPr>
          <a:xfrm>
            <a:off x="16759829" y="236808"/>
            <a:ext cx="6570620" cy="35052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50800" tIns="50800" rIns="50800" bIns="50800" anchor="ctr">
            <a:spAutoFit/>
          </a:bodyPr>
          <a:lstStyle>
            <a:lvl1pPr algn="r">
              <a:spcBef>
                <a:spcPts val="3000"/>
              </a:spcBef>
              <a:defRPr sz="1400">
                <a:solidFill>
                  <a:srgbClr val="FFFFFF"/>
                </a:solidFill>
              </a:defRPr>
            </a:lvl1pPr>
          </a:lstStyle>
          <a:p>
            <a:r>
              <a:rPr lang="en-US" dirty="0"/>
              <a:t>MCP In Action</a:t>
            </a:r>
            <a:endParaRPr dirty="0"/>
          </a:p>
        </p:txBody>
      </p:sp>
      <p:pic>
        <p:nvPicPr>
          <p:cNvPr id="52" name="endava_brandshape_RGB_red.svg" descr="endava_brandshape_RGB_red.svg"/>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rot="16200000">
            <a:off x="5521569" y="2073270"/>
            <a:ext cx="609601" cy="243841"/>
          </a:xfrm>
          <a:prstGeom prst="rect">
            <a:avLst/>
          </a:prstGeom>
          <a:ln w="12700">
            <a:miter lim="400000"/>
          </a:ln>
        </p:spPr>
      </p:pic>
      <p:sp>
        <p:nvSpPr>
          <p:cNvPr id="53" name="Agenda"/>
          <p:cNvSpPr txBox="1"/>
          <p:nvPr/>
        </p:nvSpPr>
        <p:spPr>
          <a:xfrm>
            <a:off x="2590800" y="1700307"/>
            <a:ext cx="3357490" cy="964367"/>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wrap="square" lIns="50800" tIns="50800" rIns="50800" bIns="50800" anchor="ctr">
            <a:spAutoFit/>
          </a:bodyPr>
          <a:lstStyle>
            <a:lvl1pPr defTabSz="470262">
              <a:lnSpc>
                <a:spcPct val="100000"/>
              </a:lnSpc>
              <a:spcBef>
                <a:spcPts val="3000"/>
              </a:spcBef>
              <a:defRPr sz="5600" spc="0">
                <a:solidFill>
                  <a:srgbClr val="FFFFFF"/>
                </a:solidFill>
              </a:defRPr>
            </a:lvl1pPr>
          </a:lstStyle>
          <a:p>
            <a:r>
              <a:rPr>
                <a:latin typeface="+mj-lt"/>
              </a:rPr>
              <a:t>Agenda</a:t>
            </a:r>
          </a:p>
        </p:txBody>
      </p:sp>
      <p:sp>
        <p:nvSpPr>
          <p:cNvPr id="54" name="Insert short chapter name…"/>
          <p:cNvSpPr txBox="1">
            <a:spLocks noGrp="1"/>
          </p:cNvSpPr>
          <p:nvPr>
            <p:ph type="body" sz="quarter" idx="21"/>
          </p:nvPr>
        </p:nvSpPr>
        <p:spPr>
          <a:xfrm>
            <a:off x="4566592" y="4389125"/>
            <a:ext cx="9263708" cy="4897113"/>
          </a:xfrm>
          <a:prstGeom prst="rect">
            <a:avLst/>
          </a:prstGeom>
        </p:spPr>
        <p:txBody>
          <a:bodyPr lIns="0" tIns="0" rIns="0" bIns="0" anchor="t">
            <a:spAutoFit/>
          </a:bodyPr>
          <a:lstStyle/>
          <a:p>
            <a:pPr marL="0" indent="0" defTabSz="470262">
              <a:lnSpc>
                <a:spcPct val="140000"/>
              </a:lnSpc>
              <a:spcBef>
                <a:spcPts val="0"/>
              </a:spcBef>
              <a:buClrTx/>
              <a:buSzTx/>
              <a:buNone/>
              <a:defRPr sz="4000">
                <a:solidFill>
                  <a:srgbClr val="FFFFFF"/>
                </a:solidFill>
              </a:defRPr>
            </a:pPr>
            <a:r>
              <a:t>Insert short chapter name</a:t>
            </a:r>
          </a:p>
          <a:p>
            <a:pPr marL="0" indent="0" defTabSz="470262">
              <a:lnSpc>
                <a:spcPct val="140000"/>
              </a:lnSpc>
              <a:spcBef>
                <a:spcPts val="0"/>
              </a:spcBef>
              <a:buClrTx/>
              <a:buSzTx/>
              <a:buNone/>
              <a:defRPr sz="4000">
                <a:solidFill>
                  <a:srgbClr val="FFFFFF"/>
                </a:solidFill>
              </a:defRPr>
            </a:pPr>
            <a:r>
              <a:t>Insert short chapter name</a:t>
            </a:r>
          </a:p>
          <a:p>
            <a:pPr marL="0" indent="0" defTabSz="470262">
              <a:lnSpc>
                <a:spcPct val="140000"/>
              </a:lnSpc>
              <a:spcBef>
                <a:spcPts val="0"/>
              </a:spcBef>
              <a:buClrTx/>
              <a:buSzTx/>
              <a:buNone/>
              <a:defRPr sz="4000">
                <a:solidFill>
                  <a:srgbClr val="FFFFFF"/>
                </a:solidFill>
              </a:defRPr>
            </a:pPr>
            <a:r>
              <a:t>Insert short chapter name</a:t>
            </a:r>
          </a:p>
          <a:p>
            <a:pPr marL="0" indent="0" defTabSz="470262">
              <a:lnSpc>
                <a:spcPct val="140000"/>
              </a:lnSpc>
              <a:spcBef>
                <a:spcPts val="0"/>
              </a:spcBef>
              <a:buClrTx/>
              <a:buSzTx/>
              <a:buNone/>
              <a:defRPr sz="4000">
                <a:solidFill>
                  <a:srgbClr val="FFFFFF"/>
                </a:solidFill>
              </a:defRPr>
            </a:pPr>
            <a:r>
              <a:t>Insert short chapter name</a:t>
            </a:r>
          </a:p>
          <a:p>
            <a:pPr marL="0" indent="0" defTabSz="470262">
              <a:lnSpc>
                <a:spcPct val="140000"/>
              </a:lnSpc>
              <a:spcBef>
                <a:spcPts val="0"/>
              </a:spcBef>
              <a:buClrTx/>
              <a:buSzTx/>
              <a:buNone/>
              <a:defRPr sz="4000">
                <a:solidFill>
                  <a:srgbClr val="FFFFFF"/>
                </a:solidFill>
              </a:defRPr>
            </a:pPr>
            <a:r>
              <a:t>Insert short chapter name</a:t>
            </a:r>
          </a:p>
        </p:txBody>
      </p:sp>
      <p:sp>
        <p:nvSpPr>
          <p:cNvPr id="55" name="Pag. 4…"/>
          <p:cNvSpPr txBox="1">
            <a:spLocks noGrp="1"/>
          </p:cNvSpPr>
          <p:nvPr>
            <p:ph type="body" sz="quarter" idx="22"/>
          </p:nvPr>
        </p:nvSpPr>
        <p:spPr>
          <a:xfrm>
            <a:off x="14478000" y="4630425"/>
            <a:ext cx="1217274" cy="4468867"/>
          </a:xfrm>
          <a:prstGeom prst="rect">
            <a:avLst/>
          </a:prstGeom>
        </p:spPr>
        <p:txBody>
          <a:bodyPr lIns="0" tIns="0" rIns="0" bIns="0" anchor="t">
            <a:spAutoFit/>
          </a:bodyPr>
          <a:lstStyle/>
          <a:p>
            <a:pPr marL="0" indent="0">
              <a:lnSpc>
                <a:spcPct val="280000"/>
              </a:lnSpc>
              <a:buClrTx/>
              <a:buSzTx/>
              <a:buNone/>
              <a:defRPr sz="1600">
                <a:solidFill>
                  <a:srgbClr val="FFFFFF"/>
                </a:solidFill>
              </a:defRPr>
            </a:pPr>
            <a:r>
              <a:t>Pag. 4</a:t>
            </a:r>
          </a:p>
          <a:p>
            <a:pPr marL="0" indent="0">
              <a:lnSpc>
                <a:spcPct val="280000"/>
              </a:lnSpc>
              <a:buClrTx/>
              <a:buSzTx/>
              <a:buNone/>
              <a:defRPr sz="1600">
                <a:solidFill>
                  <a:srgbClr val="FFFFFF"/>
                </a:solidFill>
              </a:defRPr>
            </a:pPr>
            <a:r>
              <a:t>Pag. 8</a:t>
            </a:r>
          </a:p>
          <a:p>
            <a:pPr marL="0" indent="0">
              <a:lnSpc>
                <a:spcPct val="280000"/>
              </a:lnSpc>
              <a:buClrTx/>
              <a:buSzTx/>
              <a:buNone/>
              <a:defRPr sz="1600">
                <a:solidFill>
                  <a:srgbClr val="FFFFFF"/>
                </a:solidFill>
              </a:defRPr>
            </a:pPr>
            <a:r>
              <a:t>Pag. 16</a:t>
            </a:r>
          </a:p>
          <a:p>
            <a:pPr marL="0" indent="0">
              <a:lnSpc>
                <a:spcPct val="280000"/>
              </a:lnSpc>
              <a:buClrTx/>
              <a:buSzTx/>
              <a:buNone/>
              <a:defRPr sz="1600">
                <a:solidFill>
                  <a:srgbClr val="FFFFFF"/>
                </a:solidFill>
              </a:defRPr>
            </a:pPr>
            <a:r>
              <a:t>Pag. 32</a:t>
            </a:r>
          </a:p>
          <a:p>
            <a:pPr marL="0" indent="0">
              <a:lnSpc>
                <a:spcPct val="280000"/>
              </a:lnSpc>
              <a:buClrTx/>
              <a:buSzTx/>
              <a:buNone/>
              <a:defRPr sz="1600">
                <a:solidFill>
                  <a:srgbClr val="FFFFFF"/>
                </a:solidFill>
              </a:defRPr>
            </a:pPr>
            <a:r>
              <a:t>Pag. 48</a:t>
            </a:r>
          </a:p>
        </p:txBody>
      </p:sp>
      <p:sp>
        <p:nvSpPr>
          <p:cNvPr id="56" name="01…"/>
          <p:cNvSpPr txBox="1">
            <a:spLocks noGrp="1"/>
          </p:cNvSpPr>
          <p:nvPr>
            <p:ph type="body" sz="quarter" idx="23"/>
          </p:nvPr>
        </p:nvSpPr>
        <p:spPr>
          <a:xfrm>
            <a:off x="2590800" y="4389125"/>
            <a:ext cx="1328093" cy="4897113"/>
          </a:xfrm>
          <a:prstGeom prst="rect">
            <a:avLst/>
          </a:prstGeom>
        </p:spPr>
        <p:txBody>
          <a:bodyPr lIns="0" tIns="0" rIns="0" bIns="0" anchor="t">
            <a:spAutoFit/>
          </a:bodyPr>
          <a:lstStyle/>
          <a:p>
            <a:pPr marL="0" indent="0" defTabSz="470262">
              <a:lnSpc>
                <a:spcPct val="140000"/>
              </a:lnSpc>
              <a:spcBef>
                <a:spcPts val="0"/>
              </a:spcBef>
              <a:buSzTx/>
              <a:buNone/>
              <a:defRPr sz="4000">
                <a:solidFill>
                  <a:srgbClr val="FF5640"/>
                </a:solidFill>
              </a:defRPr>
            </a:pPr>
            <a:r>
              <a:t>01</a:t>
            </a:r>
          </a:p>
          <a:p>
            <a:pPr marL="0" indent="0" defTabSz="470262">
              <a:lnSpc>
                <a:spcPct val="140000"/>
              </a:lnSpc>
              <a:spcBef>
                <a:spcPts val="0"/>
              </a:spcBef>
              <a:buSzTx/>
              <a:buNone/>
              <a:defRPr sz="4000">
                <a:solidFill>
                  <a:srgbClr val="FF5640"/>
                </a:solidFill>
              </a:defRPr>
            </a:pPr>
            <a:r>
              <a:t>02</a:t>
            </a:r>
          </a:p>
          <a:p>
            <a:pPr marL="0" indent="0" defTabSz="470262">
              <a:lnSpc>
                <a:spcPct val="140000"/>
              </a:lnSpc>
              <a:spcBef>
                <a:spcPts val="0"/>
              </a:spcBef>
              <a:buSzTx/>
              <a:buNone/>
              <a:defRPr sz="4000">
                <a:solidFill>
                  <a:srgbClr val="FF5640"/>
                </a:solidFill>
              </a:defRPr>
            </a:pPr>
            <a:r>
              <a:t>03</a:t>
            </a:r>
          </a:p>
          <a:p>
            <a:pPr marL="0" indent="0" defTabSz="470262">
              <a:lnSpc>
                <a:spcPct val="140000"/>
              </a:lnSpc>
              <a:spcBef>
                <a:spcPts val="0"/>
              </a:spcBef>
              <a:buSzTx/>
              <a:buNone/>
              <a:defRPr sz="4000">
                <a:solidFill>
                  <a:srgbClr val="FF5640"/>
                </a:solidFill>
              </a:defRPr>
            </a:pPr>
            <a:r>
              <a:t>04</a:t>
            </a:r>
          </a:p>
          <a:p>
            <a:pPr marL="0" indent="0" defTabSz="470262">
              <a:lnSpc>
                <a:spcPct val="140000"/>
              </a:lnSpc>
              <a:spcBef>
                <a:spcPts val="0"/>
              </a:spcBef>
              <a:buSzTx/>
              <a:buNone/>
              <a:defRPr sz="4000">
                <a:solidFill>
                  <a:srgbClr val="FF5640"/>
                </a:solidFill>
              </a:defRPr>
            </a:pPr>
            <a:r>
              <a:t>05</a:t>
            </a:r>
          </a:p>
        </p:txBody>
      </p:sp>
      <p:pic>
        <p:nvPicPr>
          <p:cNvPr id="57" name="endava_symbol_RGB 1.png" descr="endava_symbol_RGB 1.png"/>
          <p:cNvPicPr>
            <a:picLocks noChangeAspect="1"/>
          </p:cNvPicPr>
          <p:nvPr userDrawn="1"/>
        </p:nvPicPr>
        <p:blipFill>
          <a:blip r:embed="rId4" cstate="screen">
            <a:alphaModFix amt="50000"/>
            <a:extLst>
              <a:ext uri="{28A0092B-C50C-407E-A947-70E740481C1C}">
                <a14:useLocalDpi xmlns:a14="http://schemas.microsoft.com/office/drawing/2010/main"/>
              </a:ext>
            </a:extLst>
          </a:blip>
          <a:srcRect/>
          <a:stretch>
            <a:fillRect/>
          </a:stretch>
        </p:blipFill>
        <p:spPr>
          <a:xfrm>
            <a:off x="23434135" y="251730"/>
            <a:ext cx="262849" cy="320676"/>
          </a:xfrm>
          <a:prstGeom prst="rect">
            <a:avLst/>
          </a:prstGeom>
          <a:ln w="12700">
            <a:miter lim="400000"/>
          </a:ln>
        </p:spPr>
      </p:pic>
      <p:sp>
        <p:nvSpPr>
          <p:cNvPr id="58" name="Slide Number"/>
          <p:cNvSpPr txBox="1">
            <a:spLocks noGrp="1"/>
          </p:cNvSpPr>
          <p:nvPr>
            <p:ph type="sldNum" sz="quarter" idx="2"/>
          </p:nvPr>
        </p:nvSpPr>
        <p:spPr>
          <a:prstGeom prst="rect">
            <a:avLst/>
          </a:prstGeom>
        </p:spPr>
        <p:txBody>
          <a:bodyPr/>
          <a:lstStyle/>
          <a:p>
            <a:fld id="{86CB4B4D-7CA3-9044-876B-883B54F8677D}" type="slidenum">
              <a:rPr/>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Chapter dark">
    <p:bg>
      <p:bgPr>
        <a:solidFill>
          <a:srgbClr val="192B37"/>
        </a:solidFill>
        <a:effectLst/>
      </p:bgPr>
    </p:bg>
    <p:spTree>
      <p:nvGrpSpPr>
        <p:cNvPr id="1" name=""/>
        <p:cNvGrpSpPr/>
        <p:nvPr/>
      </p:nvGrpSpPr>
      <p:grpSpPr>
        <a:xfrm>
          <a:off x="0" y="0"/>
          <a:ext cx="0" cy="0"/>
          <a:chOff x="0" y="0"/>
          <a:chExt cx="0" cy="0"/>
        </a:xfrm>
      </p:grpSpPr>
      <p:sp>
        <p:nvSpPr>
          <p:cNvPr id="77" name="Title Text"/>
          <p:cNvSpPr txBox="1">
            <a:spLocks noGrp="1"/>
          </p:cNvSpPr>
          <p:nvPr>
            <p:ph type="title"/>
          </p:nvPr>
        </p:nvSpPr>
        <p:spPr>
          <a:xfrm>
            <a:off x="5289996" y="2795882"/>
            <a:ext cx="14122401" cy="3352801"/>
          </a:xfrm>
          <a:prstGeom prst="rect">
            <a:avLst/>
          </a:prstGeom>
        </p:spPr>
        <p:txBody>
          <a:bodyPr lIns="0" tIns="0" rIns="0" bIns="0"/>
          <a:lstStyle>
            <a:lvl1pPr>
              <a:lnSpc>
                <a:spcPct val="100000"/>
              </a:lnSpc>
              <a:spcBef>
                <a:spcPts val="0"/>
              </a:spcBef>
              <a:defRPr sz="9600" spc="0">
                <a:solidFill>
                  <a:srgbClr val="FFFFFF"/>
                </a:solidFill>
                <a:latin typeface="+mj-lt"/>
                <a:ea typeface="+mj-ea"/>
                <a:cs typeface="+mj-cs"/>
                <a:sym typeface="Poppins Medium"/>
              </a:defRPr>
            </a:lvl1pPr>
          </a:lstStyle>
          <a:p>
            <a:r>
              <a:t>Title Text</a:t>
            </a:r>
          </a:p>
        </p:txBody>
      </p:sp>
      <p:sp>
        <p:nvSpPr>
          <p:cNvPr id="79" name="Chapter"/>
          <p:cNvSpPr txBox="1"/>
          <p:nvPr/>
        </p:nvSpPr>
        <p:spPr>
          <a:xfrm>
            <a:off x="609600" y="1224265"/>
            <a:ext cx="1615562" cy="35560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0" tIns="0" rIns="0" bIns="0">
            <a:spAutoFit/>
          </a:bodyPr>
          <a:lstStyle>
            <a:lvl1pPr>
              <a:defRPr>
                <a:solidFill>
                  <a:srgbClr val="FFFFFF"/>
                </a:solidFill>
              </a:defRPr>
            </a:lvl1pPr>
          </a:lstStyle>
          <a:p>
            <a:r>
              <a:t>Chapter</a:t>
            </a:r>
          </a:p>
        </p:txBody>
      </p:sp>
      <p:sp>
        <p:nvSpPr>
          <p:cNvPr id="80" name="01"/>
          <p:cNvSpPr txBox="1">
            <a:spLocks noGrp="1"/>
          </p:cNvSpPr>
          <p:nvPr>
            <p:ph type="body" sz="quarter" idx="21" hasCustomPrompt="1"/>
          </p:nvPr>
        </p:nvSpPr>
        <p:spPr>
          <a:xfrm>
            <a:off x="609600" y="2795879"/>
            <a:ext cx="2284402" cy="1477328"/>
          </a:xfrm>
          <a:prstGeom prst="rect">
            <a:avLst/>
          </a:prstGeom>
        </p:spPr>
        <p:txBody>
          <a:bodyPr lIns="0" tIns="0" rIns="0" bIns="0" anchor="t">
            <a:spAutoFit/>
          </a:bodyPr>
          <a:lstStyle>
            <a:lvl1pPr marL="0" indent="0" defTabSz="470262">
              <a:lnSpc>
                <a:spcPct val="100000"/>
              </a:lnSpc>
              <a:spcBef>
                <a:spcPts val="0"/>
              </a:spcBef>
              <a:buClrTx/>
              <a:buSzTx/>
              <a:buNone/>
              <a:defRPr sz="9600">
                <a:solidFill>
                  <a:srgbClr val="FFFFFF"/>
                </a:solidFill>
                <a:latin typeface="+mj-lt"/>
                <a:ea typeface="+mj-ea"/>
                <a:cs typeface="+mj-cs"/>
                <a:sym typeface="Poppins Medium"/>
              </a:defRPr>
            </a:lvl1pPr>
          </a:lstStyle>
          <a:p>
            <a:r>
              <a:t>01</a:t>
            </a:r>
          </a:p>
        </p:txBody>
      </p:sp>
      <p:sp>
        <p:nvSpPr>
          <p:cNvPr id="81" name="Insert presentation name or subtitle here if needed"/>
          <p:cNvSpPr txBox="1">
            <a:spLocks noGrp="1"/>
          </p:cNvSpPr>
          <p:nvPr>
            <p:ph type="body" sz="quarter" idx="22" hasCustomPrompt="1"/>
          </p:nvPr>
        </p:nvSpPr>
        <p:spPr>
          <a:xfrm>
            <a:off x="5301233" y="1224265"/>
            <a:ext cx="7253966" cy="355600"/>
          </a:xfrm>
          <a:prstGeom prst="rect">
            <a:avLst/>
          </a:prstGeom>
        </p:spPr>
        <p:txBody>
          <a:bodyPr lIns="0" tIns="0" rIns="0" bIns="0" anchor="t">
            <a:spAutoFit/>
          </a:bodyPr>
          <a:lstStyle>
            <a:lvl1pPr marL="0" indent="0">
              <a:buClrTx/>
              <a:buSzTx/>
              <a:buNone/>
              <a:defRPr sz="2000">
                <a:solidFill>
                  <a:srgbClr val="FFFFFF"/>
                </a:solidFill>
              </a:defRPr>
            </a:lvl1pPr>
          </a:lstStyle>
          <a:p>
            <a:r>
              <a:rPr dirty="0"/>
              <a:t>Insert subtitle if needed</a:t>
            </a:r>
          </a:p>
        </p:txBody>
      </p:sp>
      <p:sp>
        <p:nvSpPr>
          <p:cNvPr id="82" name="Slide Number"/>
          <p:cNvSpPr txBox="1">
            <a:spLocks noGrp="1"/>
          </p:cNvSpPr>
          <p:nvPr>
            <p:ph type="sldNum" sz="quarter" idx="2"/>
          </p:nvPr>
        </p:nvSpPr>
        <p:spPr>
          <a:xfrm>
            <a:off x="11878716" y="13081000"/>
            <a:ext cx="306935" cy="398779"/>
          </a:xfrm>
          <a:prstGeom prst="rect">
            <a:avLst/>
          </a:prstGeom>
        </p:spPr>
        <p:txBody>
          <a:bodyPr lIns="50800" tIns="50800" rIns="50800" bIns="50800"/>
          <a:lstStyle/>
          <a:p>
            <a:fld id="{86CB4B4D-7CA3-9044-876B-883B54F8677D}" type="slidenum">
              <a:rPr/>
              <a:t>‹#›</a:t>
            </a:fld>
            <a:endParaRPr/>
          </a:p>
        </p:txBody>
      </p:sp>
      <p:pic>
        <p:nvPicPr>
          <p:cNvPr id="2" name="endava_brandshape_RGB_red.svg" descr="endava_brandshape_RGB_red.svg">
            <a:extLst>
              <a:ext uri="{FF2B5EF4-FFF2-40B4-BE49-F238E27FC236}">
                <a16:creationId xmlns:a16="http://schemas.microsoft.com/office/drawing/2014/main" id="{A3C3B100-D67A-6A1F-71CF-0AE68AAFE9C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2916214" y="3241710"/>
            <a:ext cx="1142575" cy="457030"/>
          </a:xfrm>
          <a:prstGeom prst="rect">
            <a:avLst/>
          </a:prstGeom>
          <a:ln w="12700">
            <a:miter lim="400000"/>
          </a:ln>
        </p:spPr>
      </p:pic>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Header and Footer Black">
    <p:bg>
      <p:bgPr>
        <a:solidFill>
          <a:srgbClr val="192B37"/>
        </a:solidFill>
        <a:effectLst/>
      </p:bgPr>
    </p:bg>
    <p:spTree>
      <p:nvGrpSpPr>
        <p:cNvPr id="1" name=""/>
        <p:cNvGrpSpPr/>
        <p:nvPr/>
      </p:nvGrpSpPr>
      <p:grpSpPr>
        <a:xfrm>
          <a:off x="0" y="0"/>
          <a:ext cx="0" cy="0"/>
          <a:chOff x="0" y="0"/>
          <a:chExt cx="0" cy="0"/>
        </a:xfrm>
      </p:grpSpPr>
      <p:pic>
        <p:nvPicPr>
          <p:cNvPr id="100" name="endava_symbol_RGB 1.png" descr="endava_symbol_RGB 1.png"/>
          <p:cNvPicPr>
            <a:picLocks noChangeAspect="1"/>
          </p:cNvPicPr>
          <p:nvPr userDrawn="1"/>
        </p:nvPicPr>
        <p:blipFill>
          <a:blip r:embed="rId2" cstate="screen">
            <a:alphaModFix amt="50000"/>
            <a:extLst>
              <a:ext uri="{28A0092B-C50C-407E-A947-70E740481C1C}">
                <a14:useLocalDpi xmlns:a14="http://schemas.microsoft.com/office/drawing/2010/main"/>
              </a:ext>
            </a:extLst>
          </a:blip>
          <a:srcRect/>
          <a:stretch>
            <a:fillRect/>
          </a:stretch>
        </p:blipFill>
        <p:spPr>
          <a:xfrm>
            <a:off x="23434135" y="251730"/>
            <a:ext cx="262849" cy="320676"/>
          </a:xfrm>
          <a:prstGeom prst="rect">
            <a:avLst/>
          </a:prstGeom>
          <a:ln w="12700">
            <a:miter lim="400000"/>
          </a:ln>
        </p:spPr>
      </p:pic>
      <p:sp>
        <p:nvSpPr>
          <p:cNvPr id="101" name="© Copyright 2023 Endava  •  Confidential and Proprietary  •  Version 1.0"/>
          <p:cNvSpPr txBox="1"/>
          <p:nvPr/>
        </p:nvSpPr>
        <p:spPr>
          <a:xfrm>
            <a:off x="610588" y="13114067"/>
            <a:ext cx="11290258" cy="287258"/>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50800" tIns="50800" rIns="50800" bIns="50800" anchor="ctr">
            <a:spAutoFit/>
          </a:bodyPr>
          <a:lstStyle>
            <a:lvl1pPr>
              <a:lnSpc>
                <a:spcPct val="100000"/>
              </a:lnSpc>
              <a:spcBef>
                <a:spcPts val="0"/>
              </a:spcBef>
              <a:defRPr sz="1200" spc="0">
                <a:solidFill>
                  <a:srgbClr val="8C959B"/>
                </a:solidFill>
              </a:defRPr>
            </a:lvl1pPr>
          </a:lstStyle>
          <a:p>
            <a:endParaRPr dirty="0"/>
          </a:p>
        </p:txBody>
      </p:sp>
      <p:sp>
        <p:nvSpPr>
          <p:cNvPr id="103" name="Insert presentation name"/>
          <p:cNvSpPr txBox="1"/>
          <p:nvPr/>
        </p:nvSpPr>
        <p:spPr>
          <a:xfrm>
            <a:off x="16759829" y="236808"/>
            <a:ext cx="6570620" cy="35052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50800" tIns="50800" rIns="50800" bIns="50800" anchor="ctr">
            <a:spAutoFit/>
          </a:bodyPr>
          <a:lstStyle>
            <a:lvl1pPr algn="r">
              <a:spcBef>
                <a:spcPts val="3000"/>
              </a:spcBef>
              <a:defRPr sz="1400">
                <a:solidFill>
                  <a:srgbClr val="FFFFFF"/>
                </a:solidFill>
              </a:defRPr>
            </a:lvl1pPr>
          </a:lstStyle>
          <a:p>
            <a:r>
              <a:rPr lang="en-US" dirty="0"/>
              <a:t>MCP In Action</a:t>
            </a:r>
          </a:p>
        </p:txBody>
      </p:sp>
      <p:sp>
        <p:nvSpPr>
          <p:cNvPr id="104" name="Slide Number"/>
          <p:cNvSpPr txBox="1">
            <a:spLocks noGrp="1"/>
          </p:cNvSpPr>
          <p:nvPr>
            <p:ph type="sldNum" sz="quarter" idx="2"/>
          </p:nvPr>
        </p:nvSpPr>
        <p:spPr>
          <a:xfrm>
            <a:off x="23489402" y="13134586"/>
            <a:ext cx="288542" cy="246221"/>
          </a:xfrm>
          <a:prstGeom prst="rect">
            <a:avLst/>
          </a:prstGeom>
        </p:spPr>
        <p:txBody>
          <a:bodyPr anchor="ctr"/>
          <a:lstStyle/>
          <a:p>
            <a:fld id="{86CB4B4D-7CA3-9044-876B-883B54F8677D}" type="slidenum">
              <a:rPr/>
              <a:t>‹#›</a:t>
            </a:fld>
            <a:endParaRPr/>
          </a:p>
        </p:txBody>
      </p:sp>
      <p:sp>
        <p:nvSpPr>
          <p:cNvPr id="2" name="Insert chapter name">
            <a:extLst>
              <a:ext uri="{FF2B5EF4-FFF2-40B4-BE49-F238E27FC236}">
                <a16:creationId xmlns:a16="http://schemas.microsoft.com/office/drawing/2014/main" id="{9F4D282D-D29D-3AED-1F6C-6CE2AE9FD156}"/>
              </a:ext>
            </a:extLst>
          </p:cNvPr>
          <p:cNvSpPr>
            <a:spLocks noGrp="1"/>
          </p:cNvSpPr>
          <p:nvPr>
            <p:ph type="body" sz="quarter" idx="21" hasCustomPrompt="1"/>
          </p:nvPr>
        </p:nvSpPr>
        <p:spPr>
          <a:xfrm>
            <a:off x="609599" y="207804"/>
            <a:ext cx="2154529" cy="405189"/>
          </a:xfrm>
          <a:prstGeom prst="roundRect">
            <a:avLst>
              <a:gd name="adj" fmla="val 50000"/>
            </a:avLst>
          </a:prstGeom>
          <a:solidFill>
            <a:srgbClr val="FFFFFF">
              <a:alpha val="0"/>
            </a:srgbClr>
          </a:solidFill>
          <a:ln>
            <a:solidFill>
              <a:srgbClr val="FFFFFF"/>
            </a:solidFill>
          </a:ln>
        </p:spPr>
        <p:txBody>
          <a:bodyPr wrap="none" lIns="108000" tIns="36000" rIns="108000" bIns="36000">
            <a:spAutoFit/>
          </a:bodyPr>
          <a:lstStyle>
            <a:lvl1pPr marL="0" indent="0">
              <a:lnSpc>
                <a:spcPct val="100000"/>
              </a:lnSpc>
              <a:spcBef>
                <a:spcPts val="0"/>
              </a:spcBef>
              <a:buClrTx/>
              <a:buSzTx/>
              <a:buNone/>
              <a:defRPr sz="1400">
                <a:solidFill>
                  <a:srgbClr val="FFFFFF"/>
                </a:solidFill>
              </a:defRPr>
            </a:lvl1pPr>
          </a:lstStyle>
          <a:p>
            <a:r>
              <a:rPr lang="en-US"/>
              <a:t>Insert chapter name</a:t>
            </a:r>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Footer Black">
    <p:bg>
      <p:bgPr>
        <a:solidFill>
          <a:srgbClr val="192B37"/>
        </a:solidFill>
        <a:effectLst/>
      </p:bgPr>
    </p:bg>
    <p:spTree>
      <p:nvGrpSpPr>
        <p:cNvPr id="1" name=""/>
        <p:cNvGrpSpPr/>
        <p:nvPr/>
      </p:nvGrpSpPr>
      <p:grpSpPr>
        <a:xfrm>
          <a:off x="0" y="0"/>
          <a:ext cx="0" cy="0"/>
          <a:chOff x="0" y="0"/>
          <a:chExt cx="0" cy="0"/>
        </a:xfrm>
      </p:grpSpPr>
      <p:sp>
        <p:nvSpPr>
          <p:cNvPr id="157" name="© Copyright 2023 Endava  •  Confidential and Proprietary  •  Version 1.0"/>
          <p:cNvSpPr txBox="1"/>
          <p:nvPr/>
        </p:nvSpPr>
        <p:spPr>
          <a:xfrm>
            <a:off x="610588" y="13114067"/>
            <a:ext cx="11290258" cy="2872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lnSpc>
                <a:spcPct val="100000"/>
              </a:lnSpc>
              <a:spcBef>
                <a:spcPts val="0"/>
              </a:spcBef>
              <a:defRPr sz="1200" spc="0">
                <a:solidFill>
                  <a:srgbClr val="8C959B"/>
                </a:solidFill>
              </a:defRPr>
            </a:lvl1pPr>
          </a:lstStyle>
          <a:p>
            <a:endParaRPr dirty="0"/>
          </a:p>
        </p:txBody>
      </p:sp>
      <p:sp>
        <p:nvSpPr>
          <p:cNvPr id="158" name="Slide Number"/>
          <p:cNvSpPr txBox="1">
            <a:spLocks noGrp="1"/>
          </p:cNvSpPr>
          <p:nvPr>
            <p:ph type="sldNum" sz="quarter" idx="2"/>
          </p:nvPr>
        </p:nvSpPr>
        <p:spPr>
          <a:prstGeom prst="rect">
            <a:avLst/>
          </a:prstGeom>
        </p:spPr>
        <p:txBody>
          <a:bodyPr anchor="ctr"/>
          <a:lstStyle/>
          <a:p>
            <a:fld id="{86CB4B4D-7CA3-9044-876B-883B54F8677D}" type="slidenum">
              <a:rPr/>
              <a:t>‹#›</a:t>
            </a:fld>
            <a:endParaRPr dirty="0"/>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Slide Number Black">
    <p:bg>
      <p:bgPr>
        <a:solidFill>
          <a:srgbClr val="192B37"/>
        </a:solidFill>
        <a:effectLst/>
      </p:bgPr>
    </p:bg>
    <p:spTree>
      <p:nvGrpSpPr>
        <p:cNvPr id="1" name=""/>
        <p:cNvGrpSpPr/>
        <p:nvPr/>
      </p:nvGrpSpPr>
      <p:grpSpPr>
        <a:xfrm>
          <a:off x="0" y="0"/>
          <a:ext cx="0" cy="0"/>
          <a:chOff x="0" y="0"/>
          <a:chExt cx="0" cy="0"/>
        </a:xfrm>
      </p:grpSpPr>
      <p:sp>
        <p:nvSpPr>
          <p:cNvPr id="172" name="Slide Number"/>
          <p:cNvSpPr txBox="1">
            <a:spLocks noGrp="1"/>
          </p:cNvSpPr>
          <p:nvPr>
            <p:ph type="sldNum" sz="quarter" idx="2"/>
          </p:nvPr>
        </p:nvSpPr>
        <p:spPr>
          <a:prstGeom prst="rect">
            <a:avLst/>
          </a:prstGeom>
        </p:spPr>
        <p:txBody>
          <a:bodyPr/>
          <a:lstStyle/>
          <a:p>
            <a:fld id="{86CB4B4D-7CA3-9044-876B-883B54F8677D}" type="slidenum">
              <a:rPr/>
              <a:t>‹#›</a:t>
            </a:fld>
            <a:endParaRPr dirty="0"/>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609600" y="1625600"/>
            <a:ext cx="22085300" cy="228600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50800" tIns="50800" rIns="50800" bIns="50800">
            <a:normAutofit/>
          </a:bodyPr>
          <a:lstStyle/>
          <a:p>
            <a:r>
              <a:rPr dirty="0"/>
              <a:t>Title Text</a:t>
            </a:r>
          </a:p>
        </p:txBody>
      </p:sp>
      <p:sp>
        <p:nvSpPr>
          <p:cNvPr id="3" name="Body Level One…"/>
          <p:cNvSpPr txBox="1">
            <a:spLocks noGrp="1"/>
          </p:cNvSpPr>
          <p:nvPr>
            <p:ph type="body" idx="1"/>
          </p:nvPr>
        </p:nvSpPr>
        <p:spPr>
          <a:xfrm>
            <a:off x="609600" y="3911600"/>
            <a:ext cx="22085300" cy="853440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50800" tIns="50800" rIns="50800" bIns="50800" anchor="t">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RO" dirty="0"/>
          </a:p>
        </p:txBody>
      </p:sp>
      <p:sp>
        <p:nvSpPr>
          <p:cNvPr id="4" name="Slide Number"/>
          <p:cNvSpPr txBox="1">
            <a:spLocks noGrp="1"/>
          </p:cNvSpPr>
          <p:nvPr>
            <p:ph type="sldNum" sz="quarter" idx="2"/>
          </p:nvPr>
        </p:nvSpPr>
        <p:spPr>
          <a:xfrm>
            <a:off x="23489402" y="13132800"/>
            <a:ext cx="288542" cy="246221"/>
          </a:xfrm>
          <a:prstGeom prst="rect">
            <a:avLst/>
          </a:prstGeom>
          <a:ln w="12700">
            <a:miter lim="400000"/>
          </a:ln>
        </p:spPr>
        <p:txBody>
          <a:bodyPr wrap="none" lIns="0" tIns="0" rIns="0" bIns="0" anchor="ctr">
            <a:spAutoFit/>
          </a:bodyPr>
          <a:lstStyle>
            <a:lvl1pPr algn="r" defTabSz="825500">
              <a:lnSpc>
                <a:spcPct val="100000"/>
              </a:lnSpc>
              <a:spcBef>
                <a:spcPts val="0"/>
              </a:spcBef>
              <a:defRPr sz="1600">
                <a:solidFill>
                  <a:srgbClr val="8C959B"/>
                </a:solidFill>
              </a:defRPr>
            </a:lvl1pPr>
          </a:lstStyle>
          <a:p>
            <a:fld id="{86CB4B4D-7CA3-9044-876B-883B54F8677D}" type="slidenum">
              <a:rPr lang="en-RO" smtClean="0"/>
              <a:pPr/>
              <a:t>‹#›</a:t>
            </a:fld>
            <a:endParaRPr lang="en-RO"/>
          </a:p>
        </p:txBody>
      </p:sp>
    </p:spTree>
  </p:cSld>
  <p:clrMap bg1="lt1" tx1="dk1" bg2="lt2" tx2="dk2" accent1="accent1" accent2="accent2" accent3="accent3" accent4="accent4" accent5="accent5" accent6="accent6" hlink="hlink" folHlink="folHlink"/>
  <p:sldLayoutIdLst>
    <p:sldLayoutId id="2147483651" r:id="rId1"/>
    <p:sldLayoutId id="2147483666" r:id="rId2"/>
    <p:sldLayoutId id="2147483653" r:id="rId3"/>
    <p:sldLayoutId id="2147483655" r:id="rId4"/>
    <p:sldLayoutId id="2147483657" r:id="rId5"/>
    <p:sldLayoutId id="2147483663" r:id="rId6"/>
    <p:sldLayoutId id="2147483665" r:id="rId7"/>
  </p:sldLayoutIdLst>
  <p:transition spd="med"/>
  <p:txStyles>
    <p:titleStyle>
      <a:lvl1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j-lt"/>
          <a:ea typeface="+mn-ea"/>
          <a:cs typeface="+mn-cs"/>
          <a:sym typeface="Poppins Regular"/>
        </a:defRPr>
      </a:lvl1pPr>
      <a:lvl2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n-lt"/>
          <a:ea typeface="+mn-ea"/>
          <a:cs typeface="+mn-cs"/>
          <a:sym typeface="Poppins Regular"/>
        </a:defRPr>
      </a:lvl2pPr>
      <a:lvl3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n-lt"/>
          <a:ea typeface="+mn-ea"/>
          <a:cs typeface="+mn-cs"/>
          <a:sym typeface="Poppins Regular"/>
        </a:defRPr>
      </a:lvl3pPr>
      <a:lvl4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n-lt"/>
          <a:ea typeface="+mn-ea"/>
          <a:cs typeface="+mn-cs"/>
          <a:sym typeface="Poppins Regular"/>
        </a:defRPr>
      </a:lvl4pPr>
      <a:lvl5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n-lt"/>
          <a:ea typeface="+mn-ea"/>
          <a:cs typeface="+mn-cs"/>
          <a:sym typeface="Poppins Regular"/>
        </a:defRPr>
      </a:lvl5pPr>
      <a:lvl6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n-lt"/>
          <a:ea typeface="+mn-ea"/>
          <a:cs typeface="+mn-cs"/>
          <a:sym typeface="Poppins Regular"/>
        </a:defRPr>
      </a:lvl6pPr>
      <a:lvl7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n-lt"/>
          <a:ea typeface="+mn-ea"/>
          <a:cs typeface="+mn-cs"/>
          <a:sym typeface="Poppins Regular"/>
        </a:defRPr>
      </a:lvl7pPr>
      <a:lvl8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n-lt"/>
          <a:ea typeface="+mn-ea"/>
          <a:cs typeface="+mn-cs"/>
          <a:sym typeface="Poppins Regular"/>
        </a:defRPr>
      </a:lvl8pPr>
      <a:lvl9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n-lt"/>
          <a:ea typeface="+mn-ea"/>
          <a:cs typeface="+mn-cs"/>
          <a:sym typeface="Poppins Regular"/>
        </a:defRPr>
      </a:lvl9pPr>
    </p:titleStyle>
    <p:bodyStyle>
      <a:lvl1pPr marL="342900" marR="0" indent="-342900" algn="l" defTabSz="821531" rtl="0" latinLnBrk="0">
        <a:lnSpc>
          <a:spcPct val="120000"/>
        </a:lnSpc>
        <a:spcBef>
          <a:spcPts val="1500"/>
        </a:spcBef>
        <a:spcAft>
          <a:spcPts val="0"/>
        </a:spcAft>
        <a:buClr>
          <a:srgbClr val="FF4230"/>
        </a:buClr>
        <a:buSzPct val="120000"/>
        <a:buFont typeface="Arial" panose="020B0604020202020204" pitchFamily="34" charset="0"/>
        <a:buChar char="•"/>
        <a:tabLst/>
        <a:defRPr lang="en-US" sz="2400" b="0" i="0" u="none" strike="noStrike" cap="none" spc="0" baseline="0" dirty="0">
          <a:solidFill>
            <a:srgbClr val="192B37"/>
          </a:solidFill>
          <a:uFillTx/>
          <a:latin typeface="+mn-lt"/>
          <a:ea typeface="+mn-ea"/>
          <a:cs typeface="+mn-cs"/>
          <a:sym typeface="Poppins Regular"/>
        </a:defRPr>
      </a:lvl1pPr>
      <a:lvl2pPr marL="899583" marR="0" indent="-252000" algn="l" defTabSz="821531" rtl="0" latinLnBrk="0">
        <a:lnSpc>
          <a:spcPct val="120000"/>
        </a:lnSpc>
        <a:spcBef>
          <a:spcPts val="1500"/>
        </a:spcBef>
        <a:spcAft>
          <a:spcPts val="0"/>
        </a:spcAft>
        <a:buClr>
          <a:srgbClr val="FF4230"/>
        </a:buClr>
        <a:buSzPct val="120000"/>
        <a:buFontTx/>
        <a:buChar char="•"/>
        <a:tabLst/>
        <a:defRPr sz="2000" b="0" i="0" u="none" strike="noStrike" cap="none" spc="0" baseline="0">
          <a:solidFill>
            <a:srgbClr val="192B37"/>
          </a:solidFill>
          <a:uFillTx/>
          <a:latin typeface="+mn-lt"/>
          <a:ea typeface="+mn-ea"/>
          <a:cs typeface="+mn-cs"/>
          <a:sym typeface="Poppins Regular"/>
        </a:defRPr>
      </a:lvl2pPr>
      <a:lvl3pPr marL="1534583" marR="0" indent="-252000" algn="l" defTabSz="821531" rtl="0" latinLnBrk="0">
        <a:lnSpc>
          <a:spcPct val="120000"/>
        </a:lnSpc>
        <a:spcBef>
          <a:spcPts val="1500"/>
        </a:spcBef>
        <a:spcAft>
          <a:spcPts val="0"/>
        </a:spcAft>
        <a:buClr>
          <a:srgbClr val="FF4230"/>
        </a:buClr>
        <a:buSzPct val="120000"/>
        <a:buFontTx/>
        <a:buChar char="•"/>
        <a:tabLst/>
        <a:defRPr sz="1600" b="0" i="0" u="none" strike="noStrike" cap="none" spc="0" baseline="0">
          <a:solidFill>
            <a:srgbClr val="192B37"/>
          </a:solidFill>
          <a:uFillTx/>
          <a:latin typeface="+mn-lt"/>
          <a:ea typeface="+mn-ea"/>
          <a:cs typeface="+mn-cs"/>
          <a:sym typeface="Poppins Regular"/>
        </a:defRPr>
      </a:lvl3pPr>
      <a:lvl4pPr marL="2169583" marR="0" indent="-252000" algn="l" defTabSz="821531" rtl="0" latinLnBrk="0">
        <a:lnSpc>
          <a:spcPct val="120000"/>
        </a:lnSpc>
        <a:spcBef>
          <a:spcPts val="1500"/>
        </a:spcBef>
        <a:spcAft>
          <a:spcPts val="0"/>
        </a:spcAft>
        <a:buClr>
          <a:srgbClr val="FF4230"/>
        </a:buClr>
        <a:buSzPct val="120000"/>
        <a:buFontTx/>
        <a:buChar char="•"/>
        <a:tabLst/>
        <a:defRPr sz="1600" b="0" i="0" u="none" strike="noStrike" cap="none" spc="0" baseline="0">
          <a:solidFill>
            <a:srgbClr val="192B37"/>
          </a:solidFill>
          <a:uFillTx/>
          <a:latin typeface="+mn-lt"/>
          <a:ea typeface="+mn-ea"/>
          <a:cs typeface="+mn-cs"/>
          <a:sym typeface="Poppins Regular"/>
        </a:defRPr>
      </a:lvl4pPr>
      <a:lvl5pPr marL="2804583" marR="0" indent="-252000" algn="l" defTabSz="821531" rtl="0" latinLnBrk="0">
        <a:lnSpc>
          <a:spcPct val="120000"/>
        </a:lnSpc>
        <a:spcBef>
          <a:spcPts val="1500"/>
        </a:spcBef>
        <a:spcAft>
          <a:spcPts val="0"/>
        </a:spcAft>
        <a:buClr>
          <a:srgbClr val="FF4230"/>
        </a:buClr>
        <a:buSzPct val="120000"/>
        <a:buFontTx/>
        <a:buChar char="•"/>
        <a:tabLst/>
        <a:defRPr sz="1600" b="0" i="0" u="none" strike="noStrike" cap="none" spc="0" baseline="0">
          <a:solidFill>
            <a:srgbClr val="192B37"/>
          </a:solidFill>
          <a:uFillTx/>
          <a:latin typeface="+mn-lt"/>
          <a:ea typeface="+mn-ea"/>
          <a:cs typeface="+mn-cs"/>
          <a:sym typeface="Poppins Regular"/>
        </a:defRPr>
      </a:lvl5pPr>
      <a:lvl6pPr marL="3439583" marR="0" indent="-264583" algn="l" defTabSz="821531" rtl="0" latinLnBrk="0">
        <a:lnSpc>
          <a:spcPct val="120000"/>
        </a:lnSpc>
        <a:spcBef>
          <a:spcPts val="1500"/>
        </a:spcBef>
        <a:spcAft>
          <a:spcPts val="0"/>
        </a:spcAft>
        <a:buClr>
          <a:srgbClr val="FF5640"/>
        </a:buClr>
        <a:buSzPct val="125000"/>
        <a:buFontTx/>
        <a:buChar char="•"/>
        <a:tabLst/>
        <a:defRPr sz="2000" b="0" i="0" u="none" strike="noStrike" cap="none" spc="0" baseline="0">
          <a:solidFill>
            <a:srgbClr val="192B37"/>
          </a:solidFill>
          <a:uFillTx/>
          <a:latin typeface="+mn-lt"/>
          <a:ea typeface="+mn-ea"/>
          <a:cs typeface="+mn-cs"/>
          <a:sym typeface="Poppins Regular"/>
        </a:defRPr>
      </a:lvl6pPr>
      <a:lvl7pPr marL="4074583" marR="0" indent="-264583" algn="l" defTabSz="821531" rtl="0" latinLnBrk="0">
        <a:lnSpc>
          <a:spcPct val="120000"/>
        </a:lnSpc>
        <a:spcBef>
          <a:spcPts val="1500"/>
        </a:spcBef>
        <a:spcAft>
          <a:spcPts val="0"/>
        </a:spcAft>
        <a:buClr>
          <a:srgbClr val="FF5640"/>
        </a:buClr>
        <a:buSzPct val="125000"/>
        <a:buFontTx/>
        <a:buChar char="•"/>
        <a:tabLst/>
        <a:defRPr sz="2000" b="0" i="0" u="none" strike="noStrike" cap="none" spc="0" baseline="0">
          <a:solidFill>
            <a:srgbClr val="192B37"/>
          </a:solidFill>
          <a:uFillTx/>
          <a:latin typeface="+mn-lt"/>
          <a:ea typeface="+mn-ea"/>
          <a:cs typeface="+mn-cs"/>
          <a:sym typeface="Poppins Regular"/>
        </a:defRPr>
      </a:lvl7pPr>
      <a:lvl8pPr marL="4709583" marR="0" indent="-264583" algn="l" defTabSz="821531" rtl="0" latinLnBrk="0">
        <a:lnSpc>
          <a:spcPct val="120000"/>
        </a:lnSpc>
        <a:spcBef>
          <a:spcPts val="1500"/>
        </a:spcBef>
        <a:spcAft>
          <a:spcPts val="0"/>
        </a:spcAft>
        <a:buClr>
          <a:srgbClr val="FF5640"/>
        </a:buClr>
        <a:buSzPct val="125000"/>
        <a:buFontTx/>
        <a:buChar char="•"/>
        <a:tabLst/>
        <a:defRPr sz="2000" b="0" i="0" u="none" strike="noStrike" cap="none" spc="0" baseline="0">
          <a:solidFill>
            <a:srgbClr val="192B37"/>
          </a:solidFill>
          <a:uFillTx/>
          <a:latin typeface="+mn-lt"/>
          <a:ea typeface="+mn-ea"/>
          <a:cs typeface="+mn-cs"/>
          <a:sym typeface="Poppins Regular"/>
        </a:defRPr>
      </a:lvl8pPr>
      <a:lvl9pPr marL="5344583" marR="0" indent="-264583" algn="l" defTabSz="821531" rtl="0" latinLnBrk="0">
        <a:lnSpc>
          <a:spcPct val="120000"/>
        </a:lnSpc>
        <a:spcBef>
          <a:spcPts val="1500"/>
        </a:spcBef>
        <a:spcAft>
          <a:spcPts val="0"/>
        </a:spcAft>
        <a:buClr>
          <a:srgbClr val="FF5640"/>
        </a:buClr>
        <a:buSzPct val="125000"/>
        <a:buFontTx/>
        <a:buChar char="•"/>
        <a:tabLst/>
        <a:defRPr sz="2000" b="0" i="0" u="none" strike="noStrike" cap="none" spc="0" baseline="0">
          <a:solidFill>
            <a:srgbClr val="192B37"/>
          </a:solidFill>
          <a:uFillTx/>
          <a:latin typeface="+mn-lt"/>
          <a:ea typeface="+mn-ea"/>
          <a:cs typeface="+mn-cs"/>
          <a:sym typeface="Poppins Regular"/>
        </a:defRPr>
      </a:lvl9pPr>
    </p:bodyStyle>
    <p:otherStyle>
      <a:lvl1pPr marL="0" marR="0" indent="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1pPr>
      <a:lvl2pPr marL="0" marR="0" indent="22860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2pPr>
      <a:lvl3pPr marL="0" marR="0" indent="45720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3pPr>
      <a:lvl4pPr marL="0" marR="0" indent="68580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4pPr>
      <a:lvl5pPr marL="0" marR="0" indent="91440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5pPr>
      <a:lvl6pPr marL="0" marR="0" indent="114300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6pPr>
      <a:lvl7pPr marL="0" marR="0" indent="137160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7pPr>
      <a:lvl8pPr marL="0" marR="0" indent="160020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8pPr>
      <a:lvl9pPr marL="0" marR="0" indent="182880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5.xml"/><Relationship Id="rId4" Type="http://schemas.openxmlformats.org/officeDocument/2006/relationships/image" Target="../media/image9.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hyperlink" Target="https://www.anthropic.com/news/model-context-protocol" TargetMode="External"/><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modelcontextprotocol/servers" TargetMode="External"/><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hyperlink" Target="https://github.com/openbnb-org/mcp-server-airbnb"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learn.microsoft.com/en-us/dotnet/ai/quickstarts/build-mcp-server" TargetMode="External"/><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8" Type="http://schemas.openxmlformats.org/officeDocument/2006/relationships/hyperlink" Target="https://github.com/modelcontextprotocol/csharp-sdk" TargetMode="External"/><Relationship Id="rId3" Type="http://schemas.openxmlformats.org/officeDocument/2006/relationships/hyperlink" Target="https://modelcontextprotocol.io/docs/getting-started/intro" TargetMode="External"/><Relationship Id="rId7" Type="http://schemas.openxmlformats.org/officeDocument/2006/relationships/hyperlink" Target="https://mcp.so/clients" TargetMode="External"/><Relationship Id="rId2" Type="http://schemas.openxmlformats.org/officeDocument/2006/relationships/notesSlide" Target="../notesSlides/notesSlide15.xml"/><Relationship Id="rId1" Type="http://schemas.openxmlformats.org/officeDocument/2006/relationships/slideLayout" Target="../slideLayouts/slideLayout5.xml"/><Relationship Id="rId6" Type="http://schemas.openxmlformats.org/officeDocument/2006/relationships/hyperlink" Target="https://mcp.so/servers" TargetMode="External"/><Relationship Id="rId5" Type="http://schemas.openxmlformats.org/officeDocument/2006/relationships/hyperlink" Target="https://github.com/modelcontextprotocol/servers" TargetMode="External"/><Relationship Id="rId4" Type="http://schemas.openxmlformats.org/officeDocument/2006/relationships/hyperlink" Target="https://github.com/modelcontextprotocol"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Insert presentation…"/>
          <p:cNvSpPr txBox="1">
            <a:spLocks noGrp="1"/>
          </p:cNvSpPr>
          <p:nvPr>
            <p:ph type="title"/>
          </p:nvPr>
        </p:nvSpPr>
        <p:spPr>
          <a:prstGeom prst="rect">
            <a:avLst/>
          </a:prstGeom>
        </p:spPr>
        <p:txBody>
          <a:bodyPr/>
          <a:lstStyle/>
          <a:p>
            <a:pPr>
              <a:lnSpc>
                <a:spcPct val="100000"/>
              </a:lnSpc>
            </a:pPr>
            <a:r>
              <a:rPr lang="en-US" dirty="0"/>
              <a:t>MCP in Action</a:t>
            </a:r>
            <a:br>
              <a:rPr lang="en-US" dirty="0"/>
            </a:br>
            <a:r>
              <a:rPr lang="en-US" dirty="0"/>
              <a:t>			Building Smarter AI-Driven Applications with LLMs and Agents</a:t>
            </a:r>
            <a:r>
              <a:rPr lang="en-US" dirty="0">
                <a:solidFill>
                  <a:srgbClr val="FF5640"/>
                </a:solidFill>
              </a:rPr>
              <a:t>.</a:t>
            </a:r>
            <a:endParaRPr dirty="0">
              <a:solidFill>
                <a:srgbClr val="FF5640"/>
              </a:solidFill>
            </a:endParaRPr>
          </a:p>
        </p:txBody>
      </p:sp>
      <p:pic>
        <p:nvPicPr>
          <p:cNvPr id="2" name="arrow.svg" descr="arrow.svg">
            <a:extLst>
              <a:ext uri="{FF2B5EF4-FFF2-40B4-BE49-F238E27FC236}">
                <a16:creationId xmlns:a16="http://schemas.microsoft.com/office/drawing/2014/main" id="{708F5AB2-FD10-8B2A-82AB-6CFC8107122C}"/>
              </a:ext>
            </a:extLst>
          </p:cNvPr>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a:xfrm>
            <a:off x="2613404" y="8042557"/>
            <a:ext cx="1188452" cy="1131007"/>
          </a:xfrm>
          <a:prstGeom prst="rect">
            <a:avLst/>
          </a:prstGeom>
          <a:ln w="12700">
            <a:miter lim="400000"/>
          </a:ln>
        </p:spPr>
      </p:pic>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3" name="Slide Number"/>
          <p:cNvSpPr txBox="1">
            <a:spLocks noGrp="1"/>
          </p:cNvSpPr>
          <p:nvPr>
            <p:ph type="sldNum" sz="quarter" idx="2"/>
          </p:nvPr>
        </p:nvSpPr>
        <p:spPr>
          <a:prstGeom prst="rect">
            <a:avLst/>
          </a:prstGeom>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a:lstStyle/>
          <a:p>
            <a:fld id="{86CB4B4D-7CA3-9044-876B-883B54F8677D}" type="slidenum">
              <a:rPr/>
              <a:t>2</a:t>
            </a:fld>
            <a:endParaRPr dirty="0"/>
          </a:p>
        </p:txBody>
      </p:sp>
      <p:sp>
        <p:nvSpPr>
          <p:cNvPr id="274" name="The key to a successful presentation is a     combination of clear, well-structured content and engaging…"/>
          <p:cNvSpPr txBox="1"/>
          <p:nvPr/>
        </p:nvSpPr>
        <p:spPr>
          <a:xfrm>
            <a:off x="614427" y="1622830"/>
            <a:ext cx="22545546" cy="10341293"/>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0" tIns="0" rIns="0" bIns="0">
            <a:spAutoFit/>
          </a:bodyPr>
          <a:lstStyle/>
          <a:p>
            <a:pPr defTabSz="470262">
              <a:lnSpc>
                <a:spcPct val="100000"/>
              </a:lnSpc>
              <a:spcBef>
                <a:spcPts val="0"/>
              </a:spcBef>
              <a:defRPr sz="9600">
                <a:solidFill>
                  <a:srgbClr val="FFFFFF"/>
                </a:solidFill>
                <a:latin typeface="+mj-lt"/>
                <a:ea typeface="+mj-ea"/>
                <a:cs typeface="+mj-cs"/>
                <a:sym typeface="Poppins Medium"/>
              </a:defRPr>
            </a:pPr>
            <a:r>
              <a:rPr lang="en-US" dirty="0"/>
              <a:t>Discover    how MCP enables LLMs and agents to interact with your application logic</a:t>
            </a:r>
            <a:r>
              <a:rPr lang="en-US" dirty="0">
                <a:solidFill>
                  <a:schemeClr val="bg1"/>
                </a:solidFill>
              </a:rPr>
              <a:t>.</a:t>
            </a:r>
            <a:r>
              <a:rPr dirty="0"/>
              <a:t> </a:t>
            </a:r>
          </a:p>
          <a:p>
            <a:pPr defTabSz="470262">
              <a:lnSpc>
                <a:spcPct val="100000"/>
              </a:lnSpc>
              <a:spcBef>
                <a:spcPts val="0"/>
              </a:spcBef>
              <a:defRPr sz="9600">
                <a:solidFill>
                  <a:srgbClr val="FFFFFF"/>
                </a:solidFill>
                <a:latin typeface="+mj-lt"/>
                <a:ea typeface="+mj-ea"/>
                <a:cs typeface="+mj-cs"/>
                <a:sym typeface="Poppins Medium"/>
              </a:defRPr>
            </a:pPr>
            <a:r>
              <a:rPr dirty="0"/>
              <a:t> </a:t>
            </a:r>
            <a:r>
              <a:rPr lang="en-US" dirty="0"/>
              <a:t>   We’ll break down the basics of LLMs and agents, introduce the MCP model, and showcase a practical demo</a:t>
            </a:r>
            <a:r>
              <a:rPr lang="en-US" dirty="0">
                <a:solidFill>
                  <a:srgbClr val="FF4230"/>
                </a:solidFill>
              </a:rPr>
              <a:t>.</a:t>
            </a:r>
            <a:endParaRPr dirty="0">
              <a:solidFill>
                <a:srgbClr val="FF4230"/>
              </a:solidFill>
            </a:endParaRPr>
          </a:p>
        </p:txBody>
      </p:sp>
      <p:pic>
        <p:nvPicPr>
          <p:cNvPr id="4" name="arrow.svg" descr="arrow.svg">
            <a:extLst>
              <a:ext uri="{FF2B5EF4-FFF2-40B4-BE49-F238E27FC236}">
                <a16:creationId xmlns:a16="http://schemas.microsoft.com/office/drawing/2014/main" id="{37A0170D-6289-5978-AFF5-7B70969FA242}"/>
              </a:ext>
            </a:extLst>
          </p:cNvPr>
          <p:cNvPicPr>
            <a:picLocks noChangeAspect="1"/>
          </p:cNvPicPr>
          <p:nvPr/>
        </p:nvPicPr>
        <p:blipFill>
          <a:blip r:embed="rId2"/>
          <a:stretch>
            <a:fillRect/>
          </a:stretch>
        </p:blipFill>
        <p:spPr>
          <a:xfrm>
            <a:off x="602560" y="6099684"/>
            <a:ext cx="1219201" cy="1219201"/>
          </a:xfrm>
          <a:prstGeom prst="rect">
            <a:avLst/>
          </a:prstGeom>
          <a:ln w="12700">
            <a:miter lim="400000"/>
          </a:ln>
        </p:spPr>
      </p:pic>
      <p:pic>
        <p:nvPicPr>
          <p:cNvPr id="7" name="search-96px.svg">
            <a:extLst>
              <a:ext uri="{FF2B5EF4-FFF2-40B4-BE49-F238E27FC236}">
                <a16:creationId xmlns:a16="http://schemas.microsoft.com/office/drawing/2014/main" id="{9DB2A827-EE9A-FA80-F7F7-9FA17CFF7DC1}"/>
              </a:ext>
            </a:extLst>
          </p:cNvPr>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p:blipFill>
        <p:spPr>
          <a:xfrm>
            <a:off x="5867534" y="1622830"/>
            <a:ext cx="1183918" cy="1183918"/>
          </a:xfrm>
          <a:prstGeom prst="rect">
            <a:avLst/>
          </a:prstGeom>
          <a:ln w="12700" cap="flat">
            <a:noFill/>
            <a:miter lim="400000"/>
          </a:ln>
          <a:effectLst/>
        </p:spPr>
      </p:pic>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 name="Insert short chapter name…"/>
          <p:cNvSpPr txBox="1">
            <a:spLocks noGrp="1"/>
          </p:cNvSpPr>
          <p:nvPr>
            <p:ph type="body" sz="quarter" idx="21"/>
          </p:nvPr>
        </p:nvSpPr>
        <p:spPr>
          <a:xfrm>
            <a:off x="4566592" y="4389125"/>
            <a:ext cx="9263708" cy="2682786"/>
          </a:xfrm>
          <a:prstGeom prst="rect">
            <a:avLst/>
          </a:prstGeom>
        </p:spPr>
        <p:txBody>
          <a:bodyPr/>
          <a:lstStyle/>
          <a:p>
            <a:pPr marL="0" indent="0" defTabSz="470262">
              <a:lnSpc>
                <a:spcPct val="150000"/>
              </a:lnSpc>
              <a:spcBef>
                <a:spcPts val="0"/>
              </a:spcBef>
              <a:buClr>
                <a:srgbClr val="FFFFFF"/>
              </a:buClr>
              <a:buSzTx/>
              <a:buNone/>
              <a:defRPr sz="4000">
                <a:solidFill>
                  <a:srgbClr val="FFFFFF"/>
                </a:solidFill>
              </a:defRPr>
            </a:pPr>
            <a:r>
              <a:rPr lang="en-US" dirty="0"/>
              <a:t>The History That Led to MCP</a:t>
            </a:r>
          </a:p>
          <a:p>
            <a:pPr marL="0" indent="0" defTabSz="470262">
              <a:lnSpc>
                <a:spcPct val="150000"/>
              </a:lnSpc>
              <a:spcBef>
                <a:spcPts val="0"/>
              </a:spcBef>
              <a:buClr>
                <a:srgbClr val="FFFFFF"/>
              </a:buClr>
              <a:buSzTx/>
              <a:buNone/>
              <a:defRPr sz="4000">
                <a:solidFill>
                  <a:srgbClr val="FFFFFF"/>
                </a:solidFill>
              </a:defRPr>
            </a:pPr>
            <a:r>
              <a:rPr lang="en-US" dirty="0"/>
              <a:t>Why MCP</a:t>
            </a:r>
          </a:p>
          <a:p>
            <a:pPr marL="0" indent="0" defTabSz="470262">
              <a:lnSpc>
                <a:spcPct val="150000"/>
              </a:lnSpc>
              <a:spcBef>
                <a:spcPts val="0"/>
              </a:spcBef>
              <a:buClr>
                <a:srgbClr val="FFFFFF"/>
              </a:buClr>
              <a:buSzTx/>
              <a:buNone/>
              <a:defRPr sz="4000">
                <a:solidFill>
                  <a:srgbClr val="FFFFFF"/>
                </a:solidFill>
              </a:defRPr>
            </a:pPr>
            <a:r>
              <a:rPr lang="en-US" dirty="0"/>
              <a:t>Demo</a:t>
            </a:r>
            <a:endParaRPr dirty="0"/>
          </a:p>
        </p:txBody>
      </p:sp>
      <p:sp>
        <p:nvSpPr>
          <p:cNvPr id="242" name="Pag. 4…"/>
          <p:cNvSpPr txBox="1">
            <a:spLocks noGrp="1"/>
          </p:cNvSpPr>
          <p:nvPr>
            <p:ph type="body" sz="quarter" idx="22"/>
          </p:nvPr>
        </p:nvSpPr>
        <p:spPr>
          <a:xfrm>
            <a:off x="14478000" y="4630425"/>
            <a:ext cx="1217274" cy="2338076"/>
          </a:xfrm>
          <a:prstGeom prst="rect">
            <a:avLst/>
          </a:prstGeom>
        </p:spPr>
        <p:txBody>
          <a:bodyPr/>
          <a:lstStyle/>
          <a:p>
            <a:pPr marL="0" indent="0">
              <a:lnSpc>
                <a:spcPct val="280000"/>
              </a:lnSpc>
              <a:buClrTx/>
              <a:buSzTx/>
              <a:buNone/>
              <a:defRPr sz="1600">
                <a:solidFill>
                  <a:srgbClr val="FFFFFF"/>
                </a:solidFill>
              </a:defRPr>
            </a:pPr>
            <a:r>
              <a:rPr dirty="0"/>
              <a:t>Pag. 4</a:t>
            </a:r>
          </a:p>
          <a:p>
            <a:pPr marL="0" indent="0">
              <a:lnSpc>
                <a:spcPct val="280000"/>
              </a:lnSpc>
              <a:buClrTx/>
              <a:buSzTx/>
              <a:buNone/>
              <a:defRPr sz="1600">
                <a:solidFill>
                  <a:srgbClr val="FFFFFF"/>
                </a:solidFill>
              </a:defRPr>
            </a:pPr>
            <a:r>
              <a:rPr dirty="0"/>
              <a:t>Pag. 11</a:t>
            </a:r>
          </a:p>
          <a:p>
            <a:pPr marL="0" indent="0">
              <a:lnSpc>
                <a:spcPct val="280000"/>
              </a:lnSpc>
              <a:buClrTx/>
              <a:buSzTx/>
              <a:buNone/>
              <a:defRPr sz="1600">
                <a:solidFill>
                  <a:srgbClr val="FFFFFF"/>
                </a:solidFill>
              </a:defRPr>
            </a:pPr>
            <a:r>
              <a:rPr dirty="0"/>
              <a:t>Pag. 15</a:t>
            </a:r>
          </a:p>
        </p:txBody>
      </p:sp>
      <p:sp>
        <p:nvSpPr>
          <p:cNvPr id="243" name="01…"/>
          <p:cNvSpPr txBox="1">
            <a:spLocks noGrp="1"/>
          </p:cNvSpPr>
          <p:nvPr>
            <p:ph type="body" sz="quarter" idx="23"/>
          </p:nvPr>
        </p:nvSpPr>
        <p:spPr>
          <a:xfrm>
            <a:off x="2590800" y="4389125"/>
            <a:ext cx="1328093" cy="2682786"/>
          </a:xfrm>
          <a:prstGeom prst="rect">
            <a:avLst/>
          </a:prstGeom>
        </p:spPr>
        <p:txBody>
          <a:bodyPr/>
          <a:lstStyle/>
          <a:p>
            <a:pPr marL="0" indent="0" defTabSz="470262">
              <a:lnSpc>
                <a:spcPct val="150000"/>
              </a:lnSpc>
              <a:spcBef>
                <a:spcPts val="0"/>
              </a:spcBef>
              <a:buSzTx/>
              <a:buNone/>
              <a:defRPr sz="4000">
                <a:solidFill>
                  <a:srgbClr val="FF5640"/>
                </a:solidFill>
              </a:defRPr>
            </a:pPr>
            <a:r>
              <a:rPr dirty="0"/>
              <a:t>01</a:t>
            </a:r>
          </a:p>
          <a:p>
            <a:pPr marL="0" indent="0" defTabSz="470262">
              <a:lnSpc>
                <a:spcPct val="150000"/>
              </a:lnSpc>
              <a:spcBef>
                <a:spcPts val="0"/>
              </a:spcBef>
              <a:buSzTx/>
              <a:buNone/>
              <a:defRPr sz="4000">
                <a:solidFill>
                  <a:srgbClr val="FF5640"/>
                </a:solidFill>
              </a:defRPr>
            </a:pPr>
            <a:r>
              <a:rPr dirty="0"/>
              <a:t>02</a:t>
            </a:r>
          </a:p>
          <a:p>
            <a:pPr marL="0" indent="0" defTabSz="470262">
              <a:lnSpc>
                <a:spcPct val="150000"/>
              </a:lnSpc>
              <a:spcBef>
                <a:spcPts val="0"/>
              </a:spcBef>
              <a:buSzTx/>
              <a:buNone/>
              <a:defRPr sz="4000">
                <a:solidFill>
                  <a:srgbClr val="FF5640"/>
                </a:solidFill>
              </a:defRPr>
            </a:pPr>
            <a:r>
              <a:rPr dirty="0"/>
              <a:t>03</a:t>
            </a: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Insert chapter 1 name here"/>
          <p:cNvSpPr txBox="1">
            <a:spLocks noGrp="1"/>
          </p:cNvSpPr>
          <p:nvPr>
            <p:ph type="title"/>
          </p:nvPr>
        </p:nvSpPr>
        <p:spPr>
          <a:prstGeom prst="rect">
            <a:avLst/>
          </a:prstGeom>
        </p:spPr>
        <p:txBody>
          <a:bodyPr/>
          <a:lstStyle/>
          <a:p>
            <a:r>
              <a:rPr lang="en-US" dirty="0"/>
              <a:t>The History That Led to MCP</a:t>
            </a:r>
            <a:endParaRPr dirty="0"/>
          </a:p>
        </p:txBody>
      </p:sp>
      <p:sp>
        <p:nvSpPr>
          <p:cNvPr id="254" name="01"/>
          <p:cNvSpPr txBox="1">
            <a:spLocks noGrp="1"/>
          </p:cNvSpPr>
          <p:nvPr>
            <p:ph type="body" sz="quarter" idx="21"/>
          </p:nvPr>
        </p:nvSpPr>
        <p:spPr>
          <a:prstGeom prst="rect">
            <a:avLst/>
          </a:prstGeom>
        </p:spPr>
        <p:txBody>
          <a:bodyPr/>
          <a:lstStyle/>
          <a:p>
            <a:r>
              <a:rPr dirty="0"/>
              <a:t>01</a:t>
            </a: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FF391-5EB8-C1AE-FE32-9A093DDE2E08}"/>
            </a:ext>
          </a:extLst>
        </p:cNvPr>
        <p:cNvGrpSpPr/>
        <p:nvPr/>
      </p:nvGrpSpPr>
      <p:grpSpPr>
        <a:xfrm>
          <a:off x="0" y="0"/>
          <a:ext cx="0" cy="0"/>
          <a:chOff x="0" y="0"/>
          <a:chExt cx="0" cy="0"/>
        </a:xfrm>
      </p:grpSpPr>
      <p:sp>
        <p:nvSpPr>
          <p:cNvPr id="479" name="Slide Number">
            <a:extLst>
              <a:ext uri="{FF2B5EF4-FFF2-40B4-BE49-F238E27FC236}">
                <a16:creationId xmlns:a16="http://schemas.microsoft.com/office/drawing/2014/main" id="{BB23EED9-762D-898F-5B42-DBD786BBD4A5}"/>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5</a:t>
            </a:fld>
            <a:endParaRPr dirty="0"/>
          </a:p>
        </p:txBody>
      </p:sp>
      <p:sp>
        <p:nvSpPr>
          <p:cNvPr id="478" name="Insert chapter name">
            <a:extLst>
              <a:ext uri="{FF2B5EF4-FFF2-40B4-BE49-F238E27FC236}">
                <a16:creationId xmlns:a16="http://schemas.microsoft.com/office/drawing/2014/main" id="{9546BB25-46CC-6099-A933-70CEC62C4E64}"/>
              </a:ext>
            </a:extLst>
          </p:cNvPr>
          <p:cNvSpPr>
            <a:spLocks noGrp="1"/>
          </p:cNvSpPr>
          <p:nvPr>
            <p:ph type="body" sz="quarter" idx="21"/>
          </p:nvPr>
        </p:nvSpPr>
        <p:spPr>
          <a:xfrm>
            <a:off x="609599" y="207804"/>
            <a:ext cx="2755393" cy="405189"/>
          </a:xfrm>
          <a:prstGeom prst="roundRect">
            <a:avLst>
              <a:gd name="adj" fmla="val 50000"/>
            </a:avLst>
          </a:prstGeom>
        </p:spPr>
        <p:txBody>
          <a:bodyPr>
            <a:normAutofit/>
          </a:bodyPr>
          <a:lstStyle/>
          <a:p>
            <a:r>
              <a:rPr lang="en-US" dirty="0"/>
              <a:t>The History That Led to MCP</a:t>
            </a:r>
            <a:endParaRPr dirty="0"/>
          </a:p>
        </p:txBody>
      </p:sp>
      <p:sp>
        <p:nvSpPr>
          <p:cNvPr id="480" name="Insert long title here">
            <a:extLst>
              <a:ext uri="{FF2B5EF4-FFF2-40B4-BE49-F238E27FC236}">
                <a16:creationId xmlns:a16="http://schemas.microsoft.com/office/drawing/2014/main" id="{656D304A-7A5F-EB17-2B34-042ADD0F38BA}"/>
              </a:ext>
            </a:extLst>
          </p:cNvPr>
          <p:cNvSpPr txBox="1"/>
          <p:nvPr/>
        </p:nvSpPr>
        <p:spPr>
          <a:xfrm>
            <a:off x="614427" y="1622830"/>
            <a:ext cx="22545546" cy="14773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80000"/>
              </a:lnSpc>
              <a:spcBef>
                <a:spcPts val="0"/>
              </a:spcBef>
              <a:defRPr sz="9600">
                <a:solidFill>
                  <a:srgbClr val="FFFFFF"/>
                </a:solidFill>
                <a:latin typeface="+mj-lt"/>
                <a:ea typeface="+mj-ea"/>
                <a:cs typeface="+mj-cs"/>
                <a:sym typeface="Poppins Medium"/>
              </a:defRPr>
            </a:lvl1pPr>
          </a:lstStyle>
          <a:p>
            <a:pPr>
              <a:lnSpc>
                <a:spcPct val="100000"/>
              </a:lnSpc>
            </a:pPr>
            <a:r>
              <a:rPr lang="en-GB" dirty="0"/>
              <a:t>Early LLM Capabilities</a:t>
            </a:r>
            <a:endParaRPr lang="en-GB" dirty="0">
              <a:solidFill>
                <a:srgbClr val="FF4230"/>
              </a:solidFill>
            </a:endParaRPr>
          </a:p>
        </p:txBody>
      </p:sp>
      <p:sp>
        <p:nvSpPr>
          <p:cNvPr id="2"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08EAEFF6-1AFE-B83D-F628-587D9B9C7190}"/>
              </a:ext>
            </a:extLst>
          </p:cNvPr>
          <p:cNvSpPr txBox="1"/>
          <p:nvPr/>
        </p:nvSpPr>
        <p:spPr>
          <a:xfrm>
            <a:off x="636201" y="3975100"/>
            <a:ext cx="13371899" cy="36291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r>
              <a:rPr lang="en-US" dirty="0">
                <a:solidFill>
                  <a:srgbClr val="FFFFFF"/>
                </a:solidFill>
              </a:rPr>
              <a:t>From Static Models to Interactive AI</a:t>
            </a:r>
            <a:endParaRPr lang="en-RO" dirty="0">
              <a:solidFill>
                <a:srgbClr val="FFFFFF"/>
              </a:solidFill>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LLMs are enormous neural networks (probabilistic model) that predict the next token/word</a:t>
            </a:r>
            <a:r>
              <a:rPr lang="en-US" b="1" kern="100" dirty="0">
                <a:solidFill>
                  <a:srgbClr val="FFFFFF"/>
                </a:solidFill>
                <a:effectLst/>
                <a:ea typeface="Calibri" panose="020F0502020204030204" pitchFamily="34" charset="0"/>
                <a:cs typeface="Times New Roman" panose="02020603050405020304" pitchFamily="18" charset="0"/>
              </a:rPr>
              <a:t> </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LLMs were originally "text-in, text-out"</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No way to access live data </a:t>
            </a: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No awareness of external systems</a:t>
            </a:r>
            <a:endParaRPr lang="en-US" b="1"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No way to take actions</a:t>
            </a:r>
            <a:br>
              <a:rPr lang="en-US" b="1" kern="100" dirty="0">
                <a:solidFill>
                  <a:srgbClr val="FFFFFF"/>
                </a:solidFill>
                <a:ea typeface="Calibri" panose="020F0502020204030204" pitchFamily="34" charset="0"/>
                <a:cs typeface="Times New Roman" panose="02020603050405020304" pitchFamily="18" charset="0"/>
              </a:rPr>
            </a:br>
            <a:endParaRPr lang="en-RO" b="1" kern="100" dirty="0">
              <a:effectLst/>
              <a:ea typeface="Calibri" panose="020F0502020204030204" pitchFamily="34" charset="0"/>
              <a:cs typeface="Times New Roman" panose="02020603050405020304" pitchFamily="18" charset="0"/>
            </a:endParaRPr>
          </a:p>
        </p:txBody>
      </p:sp>
      <p:pic>
        <p:nvPicPr>
          <p:cNvPr id="4" name="Picture 3" descr="A diagram of a flowchart&#10;&#10;AI-generated content may be incorrect.">
            <a:extLst>
              <a:ext uri="{FF2B5EF4-FFF2-40B4-BE49-F238E27FC236}">
                <a16:creationId xmlns:a16="http://schemas.microsoft.com/office/drawing/2014/main" id="{8191235B-8F38-CD7A-8349-F3037B722801}"/>
              </a:ext>
            </a:extLst>
          </p:cNvPr>
          <p:cNvPicPr>
            <a:picLocks noChangeAspect="1"/>
          </p:cNvPicPr>
          <p:nvPr/>
        </p:nvPicPr>
        <p:blipFill>
          <a:blip r:embed="rId3"/>
          <a:stretch>
            <a:fillRect/>
          </a:stretch>
        </p:blipFill>
        <p:spPr>
          <a:xfrm>
            <a:off x="3364992" y="8492746"/>
            <a:ext cx="9967828" cy="4002760"/>
          </a:xfrm>
          <a:prstGeom prst="rect">
            <a:avLst/>
          </a:prstGeom>
        </p:spPr>
      </p:pic>
      <p:pic>
        <p:nvPicPr>
          <p:cNvPr id="6" name="Picture 5" descr="A diagram of a flowchart&#10;&#10;AI-generated content may be incorrect.">
            <a:extLst>
              <a:ext uri="{FF2B5EF4-FFF2-40B4-BE49-F238E27FC236}">
                <a16:creationId xmlns:a16="http://schemas.microsoft.com/office/drawing/2014/main" id="{07C3D928-8140-DBD1-B310-501BED2CA9F0}"/>
              </a:ext>
            </a:extLst>
          </p:cNvPr>
          <p:cNvPicPr>
            <a:picLocks noChangeAspect="1"/>
          </p:cNvPicPr>
          <p:nvPr/>
        </p:nvPicPr>
        <p:blipFill>
          <a:blip r:embed="rId4"/>
          <a:stretch>
            <a:fillRect/>
          </a:stretch>
        </p:blipFill>
        <p:spPr>
          <a:xfrm>
            <a:off x="17245585" y="3298256"/>
            <a:ext cx="4889860" cy="7378192"/>
          </a:xfrm>
          <a:prstGeom prst="rect">
            <a:avLst/>
          </a:prstGeom>
        </p:spPr>
      </p:pic>
    </p:spTree>
    <p:extLst>
      <p:ext uri="{BB962C8B-B14F-4D97-AF65-F5344CB8AC3E}">
        <p14:creationId xmlns:p14="http://schemas.microsoft.com/office/powerpoint/2010/main" val="1148338716"/>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B7CDC-B086-981E-A5C3-ACC33F5D8B57}"/>
            </a:ext>
          </a:extLst>
        </p:cNvPr>
        <p:cNvGrpSpPr/>
        <p:nvPr/>
      </p:nvGrpSpPr>
      <p:grpSpPr>
        <a:xfrm>
          <a:off x="0" y="0"/>
          <a:ext cx="0" cy="0"/>
          <a:chOff x="0" y="0"/>
          <a:chExt cx="0" cy="0"/>
        </a:xfrm>
      </p:grpSpPr>
      <p:sp>
        <p:nvSpPr>
          <p:cNvPr id="479" name="Slide Number">
            <a:extLst>
              <a:ext uri="{FF2B5EF4-FFF2-40B4-BE49-F238E27FC236}">
                <a16:creationId xmlns:a16="http://schemas.microsoft.com/office/drawing/2014/main" id="{7F2C1B91-9B4A-647B-AAE3-730D6531125F}"/>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6</a:t>
            </a:fld>
            <a:endParaRPr dirty="0"/>
          </a:p>
        </p:txBody>
      </p:sp>
      <p:sp>
        <p:nvSpPr>
          <p:cNvPr id="478" name="Insert chapter name">
            <a:extLst>
              <a:ext uri="{FF2B5EF4-FFF2-40B4-BE49-F238E27FC236}">
                <a16:creationId xmlns:a16="http://schemas.microsoft.com/office/drawing/2014/main" id="{6267A48B-0D71-889E-E4A7-D09A10769CA9}"/>
              </a:ext>
            </a:extLst>
          </p:cNvPr>
          <p:cNvSpPr>
            <a:spLocks noGrp="1"/>
          </p:cNvSpPr>
          <p:nvPr>
            <p:ph type="body" sz="quarter" idx="21"/>
          </p:nvPr>
        </p:nvSpPr>
        <p:spPr>
          <a:xfrm>
            <a:off x="609599" y="207804"/>
            <a:ext cx="2755393" cy="405189"/>
          </a:xfrm>
          <a:prstGeom prst="roundRect">
            <a:avLst>
              <a:gd name="adj" fmla="val 50000"/>
            </a:avLst>
          </a:prstGeom>
        </p:spPr>
        <p:txBody>
          <a:bodyPr>
            <a:normAutofit/>
          </a:bodyPr>
          <a:lstStyle/>
          <a:p>
            <a:r>
              <a:rPr lang="en-US" dirty="0"/>
              <a:t>The History That Led to MCP</a:t>
            </a:r>
            <a:endParaRPr dirty="0"/>
          </a:p>
        </p:txBody>
      </p:sp>
      <p:sp>
        <p:nvSpPr>
          <p:cNvPr id="480" name="Insert long title here">
            <a:extLst>
              <a:ext uri="{FF2B5EF4-FFF2-40B4-BE49-F238E27FC236}">
                <a16:creationId xmlns:a16="http://schemas.microsoft.com/office/drawing/2014/main" id="{95A440A8-4724-A557-3FA0-307C10576673}"/>
              </a:ext>
            </a:extLst>
          </p:cNvPr>
          <p:cNvSpPr txBox="1"/>
          <p:nvPr/>
        </p:nvSpPr>
        <p:spPr>
          <a:xfrm>
            <a:off x="614427" y="1622830"/>
            <a:ext cx="22545546" cy="14773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80000"/>
              </a:lnSpc>
              <a:spcBef>
                <a:spcPts val="0"/>
              </a:spcBef>
              <a:defRPr sz="9600">
                <a:solidFill>
                  <a:srgbClr val="FFFFFF"/>
                </a:solidFill>
                <a:latin typeface="+mj-lt"/>
                <a:ea typeface="+mj-ea"/>
                <a:cs typeface="+mj-cs"/>
                <a:sym typeface="Poppins Medium"/>
              </a:defRPr>
            </a:lvl1pPr>
          </a:lstStyle>
          <a:p>
            <a:pPr>
              <a:lnSpc>
                <a:spcPct val="100000"/>
              </a:lnSpc>
            </a:pPr>
            <a:r>
              <a:rPr lang="en-GB" dirty="0"/>
              <a:t>Fine-Tuning</a:t>
            </a:r>
            <a:endParaRPr lang="en-GB" dirty="0">
              <a:solidFill>
                <a:srgbClr val="FF4230"/>
              </a:solidFill>
            </a:endParaRPr>
          </a:p>
        </p:txBody>
      </p:sp>
      <p:sp>
        <p:nvSpPr>
          <p:cNvPr id="2"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2E740BB7-74C7-D2CF-85E5-B92ECE04858F}"/>
              </a:ext>
            </a:extLst>
          </p:cNvPr>
          <p:cNvSpPr txBox="1"/>
          <p:nvPr/>
        </p:nvSpPr>
        <p:spPr>
          <a:xfrm>
            <a:off x="636201" y="3975100"/>
            <a:ext cx="13371899" cy="306750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r>
              <a:rPr lang="en-US" dirty="0">
                <a:solidFill>
                  <a:srgbClr val="FFFFFF"/>
                </a:solidFill>
              </a:rPr>
              <a:t>Trains the pre-trained LLM model with our specialized dataset: Helpful, but Limited</a:t>
            </a:r>
            <a:endParaRPr lang="en-RO" dirty="0">
              <a:solidFill>
                <a:srgbClr val="FFFFFF"/>
              </a:solidFill>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Customization via training</a:t>
            </a:r>
            <a:r>
              <a:rPr lang="en-US" b="1" kern="100" dirty="0">
                <a:solidFill>
                  <a:srgbClr val="FFFFFF"/>
                </a:solidFill>
                <a:effectLst/>
                <a:ea typeface="Calibri" panose="020F0502020204030204" pitchFamily="34" charset="0"/>
                <a:cs typeface="Times New Roman" panose="02020603050405020304" pitchFamily="18" charset="0"/>
              </a:rPr>
              <a:t> </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Expensive, slow iteration</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Still no access to external systems</a:t>
            </a: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Still no way to take actions</a:t>
            </a:r>
            <a:br>
              <a:rPr lang="en-US" b="1" kern="100" dirty="0">
                <a:solidFill>
                  <a:srgbClr val="FFFFFF"/>
                </a:solidFill>
                <a:ea typeface="Calibri" panose="020F0502020204030204" pitchFamily="34" charset="0"/>
                <a:cs typeface="Times New Roman" panose="02020603050405020304" pitchFamily="18" charset="0"/>
              </a:rPr>
            </a:br>
            <a:endParaRPr lang="en-RO" b="1" kern="100" dirty="0">
              <a:effectLs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322805139"/>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C67FE-B449-4BDA-362A-6CA8618238B6}"/>
            </a:ext>
          </a:extLst>
        </p:cNvPr>
        <p:cNvGrpSpPr/>
        <p:nvPr/>
      </p:nvGrpSpPr>
      <p:grpSpPr>
        <a:xfrm>
          <a:off x="0" y="0"/>
          <a:ext cx="0" cy="0"/>
          <a:chOff x="0" y="0"/>
          <a:chExt cx="0" cy="0"/>
        </a:xfrm>
      </p:grpSpPr>
      <p:sp>
        <p:nvSpPr>
          <p:cNvPr id="479" name="Slide Number">
            <a:extLst>
              <a:ext uri="{FF2B5EF4-FFF2-40B4-BE49-F238E27FC236}">
                <a16:creationId xmlns:a16="http://schemas.microsoft.com/office/drawing/2014/main" id="{D2812CCC-84DE-F275-C2F9-BD061C3B43A5}"/>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7</a:t>
            </a:fld>
            <a:endParaRPr dirty="0"/>
          </a:p>
        </p:txBody>
      </p:sp>
      <p:sp>
        <p:nvSpPr>
          <p:cNvPr id="478" name="Insert chapter name">
            <a:extLst>
              <a:ext uri="{FF2B5EF4-FFF2-40B4-BE49-F238E27FC236}">
                <a16:creationId xmlns:a16="http://schemas.microsoft.com/office/drawing/2014/main" id="{75521B98-3FD3-1C46-C7B2-5F763677EC25}"/>
              </a:ext>
            </a:extLst>
          </p:cNvPr>
          <p:cNvSpPr>
            <a:spLocks noGrp="1"/>
          </p:cNvSpPr>
          <p:nvPr>
            <p:ph type="body" sz="quarter" idx="21"/>
          </p:nvPr>
        </p:nvSpPr>
        <p:spPr>
          <a:xfrm>
            <a:off x="609599" y="207804"/>
            <a:ext cx="2755393" cy="405189"/>
          </a:xfrm>
          <a:prstGeom prst="roundRect">
            <a:avLst>
              <a:gd name="adj" fmla="val 50000"/>
            </a:avLst>
          </a:prstGeom>
        </p:spPr>
        <p:txBody>
          <a:bodyPr>
            <a:normAutofit/>
          </a:bodyPr>
          <a:lstStyle/>
          <a:p>
            <a:r>
              <a:rPr lang="en-US" dirty="0"/>
              <a:t>The History That Led to MCP</a:t>
            </a:r>
            <a:endParaRPr dirty="0"/>
          </a:p>
        </p:txBody>
      </p:sp>
      <p:sp>
        <p:nvSpPr>
          <p:cNvPr id="480" name="Insert long title here">
            <a:extLst>
              <a:ext uri="{FF2B5EF4-FFF2-40B4-BE49-F238E27FC236}">
                <a16:creationId xmlns:a16="http://schemas.microsoft.com/office/drawing/2014/main" id="{9E4075BC-DC5D-95E8-71B1-C48175ABD0AC}"/>
              </a:ext>
            </a:extLst>
          </p:cNvPr>
          <p:cNvSpPr txBox="1"/>
          <p:nvPr/>
        </p:nvSpPr>
        <p:spPr>
          <a:xfrm>
            <a:off x="614427" y="1622830"/>
            <a:ext cx="22545546" cy="14773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80000"/>
              </a:lnSpc>
              <a:spcBef>
                <a:spcPts val="0"/>
              </a:spcBef>
              <a:defRPr sz="9600">
                <a:solidFill>
                  <a:srgbClr val="FFFFFF"/>
                </a:solidFill>
                <a:latin typeface="+mj-lt"/>
                <a:ea typeface="+mj-ea"/>
                <a:cs typeface="+mj-cs"/>
                <a:sym typeface="Poppins Medium"/>
              </a:defRPr>
            </a:lvl1pPr>
          </a:lstStyle>
          <a:p>
            <a:pPr>
              <a:lnSpc>
                <a:spcPct val="100000"/>
              </a:lnSpc>
            </a:pPr>
            <a:r>
              <a:rPr lang="en-GB" dirty="0"/>
              <a:t>RAG</a:t>
            </a:r>
            <a:endParaRPr lang="en-GB" dirty="0">
              <a:solidFill>
                <a:srgbClr val="FF4230"/>
              </a:solidFill>
            </a:endParaRPr>
          </a:p>
        </p:txBody>
      </p:sp>
      <p:sp>
        <p:nvSpPr>
          <p:cNvPr id="2"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4E720779-8D9F-BAA4-3E79-B1E420E12E23}"/>
              </a:ext>
            </a:extLst>
          </p:cNvPr>
          <p:cNvSpPr txBox="1"/>
          <p:nvPr/>
        </p:nvSpPr>
        <p:spPr>
          <a:xfrm>
            <a:off x="636201" y="3975100"/>
            <a:ext cx="13371899" cy="306750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r>
              <a:rPr lang="en-US" b="1" dirty="0">
                <a:solidFill>
                  <a:srgbClr val="FFFFFF"/>
                </a:solidFill>
              </a:rPr>
              <a:t>R</a:t>
            </a:r>
            <a:r>
              <a:rPr lang="en-US" dirty="0">
                <a:solidFill>
                  <a:srgbClr val="FFFFFF"/>
                </a:solidFill>
              </a:rPr>
              <a:t>etrieval-</a:t>
            </a:r>
            <a:r>
              <a:rPr lang="en-US" b="1" dirty="0">
                <a:solidFill>
                  <a:srgbClr val="FFFFFF"/>
                </a:solidFill>
              </a:rPr>
              <a:t>A</a:t>
            </a:r>
            <a:r>
              <a:rPr lang="en-US" dirty="0">
                <a:solidFill>
                  <a:srgbClr val="FFFFFF"/>
                </a:solidFill>
              </a:rPr>
              <a:t>ugmented </a:t>
            </a:r>
            <a:r>
              <a:rPr lang="en-US" b="1" dirty="0">
                <a:solidFill>
                  <a:srgbClr val="FFFFFF"/>
                </a:solidFill>
              </a:rPr>
              <a:t>G</a:t>
            </a:r>
            <a:r>
              <a:rPr lang="en-US" dirty="0">
                <a:solidFill>
                  <a:srgbClr val="FFFFFF"/>
                </a:solidFill>
              </a:rPr>
              <a:t>eneration: Giving LLMs Knowledge</a:t>
            </a:r>
            <a:endParaRPr lang="en-RO" dirty="0">
              <a:solidFill>
                <a:srgbClr val="FFFFFF"/>
              </a:solidFill>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Adds knowledge beyond training</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Still limited to passive retrieval </a:t>
            </a: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Read-only access</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Still cannot act</a:t>
            </a:r>
            <a:br>
              <a:rPr lang="en-US" b="1" kern="100" dirty="0">
                <a:solidFill>
                  <a:srgbClr val="FFFFFF"/>
                </a:solidFill>
                <a:ea typeface="Calibri" panose="020F0502020204030204" pitchFamily="34" charset="0"/>
                <a:cs typeface="Times New Roman" panose="02020603050405020304" pitchFamily="18" charset="0"/>
              </a:rPr>
            </a:br>
            <a:endParaRPr lang="en-RO" b="1" kern="100" dirty="0">
              <a:effectLst/>
              <a:ea typeface="Calibri" panose="020F0502020204030204" pitchFamily="34" charset="0"/>
              <a:cs typeface="Times New Roman" panose="02020603050405020304" pitchFamily="18" charset="0"/>
            </a:endParaRPr>
          </a:p>
        </p:txBody>
      </p:sp>
      <p:pic>
        <p:nvPicPr>
          <p:cNvPr id="8" name="Picture 7">
            <a:extLst>
              <a:ext uri="{FF2B5EF4-FFF2-40B4-BE49-F238E27FC236}">
                <a16:creationId xmlns:a16="http://schemas.microsoft.com/office/drawing/2014/main" id="{8D27CAC1-0D08-14FF-3DF8-BF0200A739C2}"/>
              </a:ext>
            </a:extLst>
          </p:cNvPr>
          <p:cNvPicPr>
            <a:picLocks noChangeAspect="1"/>
          </p:cNvPicPr>
          <p:nvPr/>
        </p:nvPicPr>
        <p:blipFill>
          <a:blip r:embed="rId3"/>
          <a:stretch>
            <a:fillRect/>
          </a:stretch>
        </p:blipFill>
        <p:spPr>
          <a:xfrm>
            <a:off x="15288768" y="1968487"/>
            <a:ext cx="6752337" cy="10645821"/>
          </a:xfrm>
          <a:prstGeom prst="rect">
            <a:avLst/>
          </a:prstGeom>
        </p:spPr>
      </p:pic>
    </p:spTree>
    <p:extLst>
      <p:ext uri="{BB962C8B-B14F-4D97-AF65-F5344CB8AC3E}">
        <p14:creationId xmlns:p14="http://schemas.microsoft.com/office/powerpoint/2010/main" val="335483432"/>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232D02-5A0C-C2AB-B375-C5F80CAA10D7}"/>
            </a:ext>
          </a:extLst>
        </p:cNvPr>
        <p:cNvGrpSpPr/>
        <p:nvPr/>
      </p:nvGrpSpPr>
      <p:grpSpPr>
        <a:xfrm>
          <a:off x="0" y="0"/>
          <a:ext cx="0" cy="0"/>
          <a:chOff x="0" y="0"/>
          <a:chExt cx="0" cy="0"/>
        </a:xfrm>
      </p:grpSpPr>
      <p:sp>
        <p:nvSpPr>
          <p:cNvPr id="479" name="Slide Number">
            <a:extLst>
              <a:ext uri="{FF2B5EF4-FFF2-40B4-BE49-F238E27FC236}">
                <a16:creationId xmlns:a16="http://schemas.microsoft.com/office/drawing/2014/main" id="{321959FC-9F80-D48B-2C52-E7A170C5E2A8}"/>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8</a:t>
            </a:fld>
            <a:endParaRPr dirty="0"/>
          </a:p>
        </p:txBody>
      </p:sp>
      <p:sp>
        <p:nvSpPr>
          <p:cNvPr id="478" name="Insert chapter name">
            <a:extLst>
              <a:ext uri="{FF2B5EF4-FFF2-40B4-BE49-F238E27FC236}">
                <a16:creationId xmlns:a16="http://schemas.microsoft.com/office/drawing/2014/main" id="{EE46F235-6736-67B1-FAAF-5DCDC9BCF53C}"/>
              </a:ext>
            </a:extLst>
          </p:cNvPr>
          <p:cNvSpPr>
            <a:spLocks noGrp="1"/>
          </p:cNvSpPr>
          <p:nvPr>
            <p:ph type="body" sz="quarter" idx="21"/>
          </p:nvPr>
        </p:nvSpPr>
        <p:spPr>
          <a:xfrm>
            <a:off x="609599" y="207804"/>
            <a:ext cx="2755393" cy="405189"/>
          </a:xfrm>
          <a:prstGeom prst="roundRect">
            <a:avLst>
              <a:gd name="adj" fmla="val 50000"/>
            </a:avLst>
          </a:prstGeom>
        </p:spPr>
        <p:txBody>
          <a:bodyPr>
            <a:normAutofit/>
          </a:bodyPr>
          <a:lstStyle/>
          <a:p>
            <a:r>
              <a:rPr lang="en-US" dirty="0"/>
              <a:t>The History That Led to MCP</a:t>
            </a:r>
            <a:endParaRPr dirty="0"/>
          </a:p>
        </p:txBody>
      </p:sp>
      <p:sp>
        <p:nvSpPr>
          <p:cNvPr id="480" name="Insert long title here">
            <a:extLst>
              <a:ext uri="{FF2B5EF4-FFF2-40B4-BE49-F238E27FC236}">
                <a16:creationId xmlns:a16="http://schemas.microsoft.com/office/drawing/2014/main" id="{68F6B755-5103-0E64-7138-3A084FED0666}"/>
              </a:ext>
            </a:extLst>
          </p:cNvPr>
          <p:cNvSpPr txBox="1"/>
          <p:nvPr/>
        </p:nvSpPr>
        <p:spPr>
          <a:xfrm>
            <a:off x="614427" y="1622830"/>
            <a:ext cx="22545546" cy="14773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80000"/>
              </a:lnSpc>
              <a:spcBef>
                <a:spcPts val="0"/>
              </a:spcBef>
              <a:defRPr sz="9600">
                <a:solidFill>
                  <a:srgbClr val="FFFFFF"/>
                </a:solidFill>
                <a:latin typeface="+mj-lt"/>
                <a:ea typeface="+mj-ea"/>
                <a:cs typeface="+mj-cs"/>
                <a:sym typeface="Poppins Medium"/>
              </a:defRPr>
            </a:lvl1pPr>
          </a:lstStyle>
          <a:p>
            <a:pPr>
              <a:lnSpc>
                <a:spcPct val="100000"/>
              </a:lnSpc>
            </a:pPr>
            <a:r>
              <a:rPr lang="en-GB" dirty="0"/>
              <a:t>Tool Use / Function Calling</a:t>
            </a:r>
            <a:endParaRPr lang="en-GB" dirty="0">
              <a:solidFill>
                <a:srgbClr val="FF4230"/>
              </a:solidFill>
            </a:endParaRPr>
          </a:p>
        </p:txBody>
      </p:sp>
      <p:sp>
        <p:nvSpPr>
          <p:cNvPr id="2"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56E04F94-D515-F330-6BFC-8E42C93F00F3}"/>
              </a:ext>
            </a:extLst>
          </p:cNvPr>
          <p:cNvSpPr txBox="1"/>
          <p:nvPr/>
        </p:nvSpPr>
        <p:spPr>
          <a:xfrm>
            <a:off x="636201" y="3975100"/>
            <a:ext cx="13371899" cy="306750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r>
              <a:rPr lang="en-US" dirty="0">
                <a:solidFill>
                  <a:srgbClr val="FFFFFF"/>
                </a:solidFill>
              </a:rPr>
              <a:t>LLMs Begin Taking Actions</a:t>
            </a:r>
            <a:endParaRPr lang="en-RO" dirty="0">
              <a:solidFill>
                <a:srgbClr val="FFFFFF"/>
              </a:solidFill>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LLMs call functions/tools via JSON schemas</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Enabled real actions (APIs, DB calls, file ops)</a:t>
            </a: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But… every system defined tools differently</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No standard, no permissions, no portability</a:t>
            </a:r>
            <a:br>
              <a:rPr lang="en-US" b="1" kern="100" dirty="0">
                <a:solidFill>
                  <a:srgbClr val="FFFFFF"/>
                </a:solidFill>
                <a:ea typeface="Calibri" panose="020F0502020204030204" pitchFamily="34" charset="0"/>
                <a:cs typeface="Times New Roman" panose="02020603050405020304" pitchFamily="18" charset="0"/>
              </a:rPr>
            </a:br>
            <a:endParaRPr lang="en-RO" b="1" kern="100" dirty="0">
              <a:effectLst/>
              <a:ea typeface="Calibri" panose="020F0502020204030204" pitchFamily="34" charset="0"/>
              <a:cs typeface="Times New Roman" panose="02020603050405020304" pitchFamily="18" charset="0"/>
            </a:endParaRPr>
          </a:p>
        </p:txBody>
      </p:sp>
      <p:pic>
        <p:nvPicPr>
          <p:cNvPr id="4" name="Picture 3">
            <a:extLst>
              <a:ext uri="{FF2B5EF4-FFF2-40B4-BE49-F238E27FC236}">
                <a16:creationId xmlns:a16="http://schemas.microsoft.com/office/drawing/2014/main" id="{3D61E230-7E24-C20A-AF5D-14D60E0FDC00}"/>
              </a:ext>
            </a:extLst>
          </p:cNvPr>
          <p:cNvPicPr>
            <a:picLocks noChangeAspect="1"/>
          </p:cNvPicPr>
          <p:nvPr/>
        </p:nvPicPr>
        <p:blipFill>
          <a:blip r:embed="rId3"/>
          <a:stretch>
            <a:fillRect/>
          </a:stretch>
        </p:blipFill>
        <p:spPr>
          <a:xfrm>
            <a:off x="14892251" y="4497745"/>
            <a:ext cx="6852181" cy="5089721"/>
          </a:xfrm>
          <a:prstGeom prst="rect">
            <a:avLst/>
          </a:prstGeom>
        </p:spPr>
      </p:pic>
    </p:spTree>
    <p:extLst>
      <p:ext uri="{BB962C8B-B14F-4D97-AF65-F5344CB8AC3E}">
        <p14:creationId xmlns:p14="http://schemas.microsoft.com/office/powerpoint/2010/main" val="3523883507"/>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2FAAD-8032-E9EF-E427-8E2002CEFDF9}"/>
            </a:ext>
          </a:extLst>
        </p:cNvPr>
        <p:cNvGrpSpPr/>
        <p:nvPr/>
      </p:nvGrpSpPr>
      <p:grpSpPr>
        <a:xfrm>
          <a:off x="0" y="0"/>
          <a:ext cx="0" cy="0"/>
          <a:chOff x="0" y="0"/>
          <a:chExt cx="0" cy="0"/>
        </a:xfrm>
      </p:grpSpPr>
      <p:sp>
        <p:nvSpPr>
          <p:cNvPr id="479" name="Slide Number">
            <a:extLst>
              <a:ext uri="{FF2B5EF4-FFF2-40B4-BE49-F238E27FC236}">
                <a16:creationId xmlns:a16="http://schemas.microsoft.com/office/drawing/2014/main" id="{468DDB0B-CF9A-FB74-9652-83440DE550A6}"/>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9</a:t>
            </a:fld>
            <a:endParaRPr dirty="0"/>
          </a:p>
        </p:txBody>
      </p:sp>
      <p:sp>
        <p:nvSpPr>
          <p:cNvPr id="478" name="Insert chapter name">
            <a:extLst>
              <a:ext uri="{FF2B5EF4-FFF2-40B4-BE49-F238E27FC236}">
                <a16:creationId xmlns:a16="http://schemas.microsoft.com/office/drawing/2014/main" id="{C6A02113-26B0-ABF4-5C13-E872BBB013B7}"/>
              </a:ext>
            </a:extLst>
          </p:cNvPr>
          <p:cNvSpPr>
            <a:spLocks noGrp="1"/>
          </p:cNvSpPr>
          <p:nvPr>
            <p:ph type="body" sz="quarter" idx="21"/>
          </p:nvPr>
        </p:nvSpPr>
        <p:spPr>
          <a:xfrm>
            <a:off x="609599" y="207804"/>
            <a:ext cx="2755393" cy="405189"/>
          </a:xfrm>
          <a:prstGeom prst="roundRect">
            <a:avLst>
              <a:gd name="adj" fmla="val 50000"/>
            </a:avLst>
          </a:prstGeom>
        </p:spPr>
        <p:txBody>
          <a:bodyPr>
            <a:normAutofit/>
          </a:bodyPr>
          <a:lstStyle/>
          <a:p>
            <a:r>
              <a:rPr lang="en-US" dirty="0"/>
              <a:t>The History That Led to MCP</a:t>
            </a:r>
            <a:endParaRPr dirty="0"/>
          </a:p>
        </p:txBody>
      </p:sp>
      <p:sp>
        <p:nvSpPr>
          <p:cNvPr id="480" name="Insert long title here">
            <a:extLst>
              <a:ext uri="{FF2B5EF4-FFF2-40B4-BE49-F238E27FC236}">
                <a16:creationId xmlns:a16="http://schemas.microsoft.com/office/drawing/2014/main" id="{8885AE7A-E785-77F6-C279-F05A4CB20D2A}"/>
              </a:ext>
            </a:extLst>
          </p:cNvPr>
          <p:cNvSpPr txBox="1"/>
          <p:nvPr/>
        </p:nvSpPr>
        <p:spPr>
          <a:xfrm>
            <a:off x="614427" y="1622830"/>
            <a:ext cx="22545546" cy="14773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80000"/>
              </a:lnSpc>
              <a:spcBef>
                <a:spcPts val="0"/>
              </a:spcBef>
              <a:defRPr sz="9600">
                <a:solidFill>
                  <a:srgbClr val="FFFFFF"/>
                </a:solidFill>
                <a:latin typeface="+mj-lt"/>
                <a:ea typeface="+mj-ea"/>
                <a:cs typeface="+mj-cs"/>
                <a:sym typeface="Poppins Medium"/>
              </a:defRPr>
            </a:lvl1pPr>
          </a:lstStyle>
          <a:p>
            <a:pPr>
              <a:lnSpc>
                <a:spcPct val="100000"/>
              </a:lnSpc>
            </a:pPr>
            <a:r>
              <a:rPr lang="en-GB" dirty="0"/>
              <a:t>Agents</a:t>
            </a:r>
            <a:endParaRPr lang="en-GB" dirty="0">
              <a:solidFill>
                <a:srgbClr val="FF4230"/>
              </a:solidFill>
            </a:endParaRPr>
          </a:p>
        </p:txBody>
      </p:sp>
      <p:sp>
        <p:nvSpPr>
          <p:cNvPr id="2"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91D3AB2D-A113-A38C-02B3-3961DD59523B}"/>
              </a:ext>
            </a:extLst>
          </p:cNvPr>
          <p:cNvSpPr txBox="1"/>
          <p:nvPr/>
        </p:nvSpPr>
        <p:spPr>
          <a:xfrm>
            <a:off x="636201" y="3975100"/>
            <a:ext cx="13371899" cy="306750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r>
              <a:rPr lang="en-US" dirty="0">
                <a:solidFill>
                  <a:srgbClr val="FFFFFF"/>
                </a:solidFill>
              </a:rPr>
              <a:t>Reasoning + Tools</a:t>
            </a:r>
            <a:endParaRPr lang="en-RO" dirty="0">
              <a:solidFill>
                <a:srgbClr val="FFFFFF"/>
              </a:solidFill>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Multi-step decision-making</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Chains of tool calls</a:t>
            </a: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Increased power = increased integration chaos</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Every tool → custom integration (tools lacked standards)</a:t>
            </a:r>
            <a:br>
              <a:rPr lang="en-US" b="1" kern="100" dirty="0">
                <a:solidFill>
                  <a:srgbClr val="FFFFFF"/>
                </a:solidFill>
                <a:ea typeface="Calibri" panose="020F0502020204030204" pitchFamily="34" charset="0"/>
                <a:cs typeface="Times New Roman" panose="02020603050405020304" pitchFamily="18" charset="0"/>
              </a:rPr>
            </a:br>
            <a:endParaRPr lang="en-RO" b="1" kern="100" dirty="0">
              <a:effectLst/>
              <a:ea typeface="Calibri" panose="020F0502020204030204" pitchFamily="34" charset="0"/>
              <a:cs typeface="Times New Roman" panose="02020603050405020304" pitchFamily="18" charset="0"/>
            </a:endParaRPr>
          </a:p>
        </p:txBody>
      </p:sp>
      <p:pic>
        <p:nvPicPr>
          <p:cNvPr id="4" name="Picture 3" descr="A diagram of a agent&#10;&#10;AI-generated content may be incorrect.">
            <a:extLst>
              <a:ext uri="{FF2B5EF4-FFF2-40B4-BE49-F238E27FC236}">
                <a16:creationId xmlns:a16="http://schemas.microsoft.com/office/drawing/2014/main" id="{C094005E-E381-3654-745F-67330A203393}"/>
              </a:ext>
            </a:extLst>
          </p:cNvPr>
          <p:cNvPicPr>
            <a:picLocks noChangeAspect="1"/>
          </p:cNvPicPr>
          <p:nvPr/>
        </p:nvPicPr>
        <p:blipFill>
          <a:blip r:embed="rId3"/>
          <a:stretch>
            <a:fillRect/>
          </a:stretch>
        </p:blipFill>
        <p:spPr>
          <a:xfrm>
            <a:off x="11314494" y="4147751"/>
            <a:ext cx="12029542" cy="5420497"/>
          </a:xfrm>
          <a:prstGeom prst="rect">
            <a:avLst/>
          </a:prstGeom>
        </p:spPr>
      </p:pic>
    </p:spTree>
    <p:extLst>
      <p:ext uri="{BB962C8B-B14F-4D97-AF65-F5344CB8AC3E}">
        <p14:creationId xmlns:p14="http://schemas.microsoft.com/office/powerpoint/2010/main" val="1621979485"/>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916A7A-1450-9453-4FEC-A5BE74FE8E68}"/>
            </a:ext>
          </a:extLst>
        </p:cNvPr>
        <p:cNvGrpSpPr/>
        <p:nvPr/>
      </p:nvGrpSpPr>
      <p:grpSpPr>
        <a:xfrm>
          <a:off x="0" y="0"/>
          <a:ext cx="0" cy="0"/>
          <a:chOff x="0" y="0"/>
          <a:chExt cx="0" cy="0"/>
        </a:xfrm>
      </p:grpSpPr>
      <p:sp>
        <p:nvSpPr>
          <p:cNvPr id="479" name="Slide Number">
            <a:extLst>
              <a:ext uri="{FF2B5EF4-FFF2-40B4-BE49-F238E27FC236}">
                <a16:creationId xmlns:a16="http://schemas.microsoft.com/office/drawing/2014/main" id="{1BA3B7E7-897C-0F69-2DB1-2D6ABD676867}"/>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10</a:t>
            </a:fld>
            <a:endParaRPr dirty="0"/>
          </a:p>
        </p:txBody>
      </p:sp>
      <p:sp>
        <p:nvSpPr>
          <p:cNvPr id="478" name="Insert chapter name">
            <a:extLst>
              <a:ext uri="{FF2B5EF4-FFF2-40B4-BE49-F238E27FC236}">
                <a16:creationId xmlns:a16="http://schemas.microsoft.com/office/drawing/2014/main" id="{B1E3A6CB-8E87-0F7A-DF4A-F5E296D22E36}"/>
              </a:ext>
            </a:extLst>
          </p:cNvPr>
          <p:cNvSpPr>
            <a:spLocks noGrp="1"/>
          </p:cNvSpPr>
          <p:nvPr>
            <p:ph type="body" sz="quarter" idx="21"/>
          </p:nvPr>
        </p:nvSpPr>
        <p:spPr>
          <a:xfrm>
            <a:off x="609599" y="207804"/>
            <a:ext cx="2755393" cy="405189"/>
          </a:xfrm>
          <a:prstGeom prst="roundRect">
            <a:avLst>
              <a:gd name="adj" fmla="val 50000"/>
            </a:avLst>
          </a:prstGeom>
        </p:spPr>
        <p:txBody>
          <a:bodyPr>
            <a:normAutofit/>
          </a:bodyPr>
          <a:lstStyle/>
          <a:p>
            <a:r>
              <a:rPr lang="en-US" dirty="0"/>
              <a:t>The History That Led to MCP</a:t>
            </a:r>
            <a:endParaRPr dirty="0"/>
          </a:p>
        </p:txBody>
      </p:sp>
      <p:sp>
        <p:nvSpPr>
          <p:cNvPr id="480" name="Insert long title here">
            <a:extLst>
              <a:ext uri="{FF2B5EF4-FFF2-40B4-BE49-F238E27FC236}">
                <a16:creationId xmlns:a16="http://schemas.microsoft.com/office/drawing/2014/main" id="{20203224-94D1-5970-4088-6D58A79C5B94}"/>
              </a:ext>
            </a:extLst>
          </p:cNvPr>
          <p:cNvSpPr txBox="1"/>
          <p:nvPr/>
        </p:nvSpPr>
        <p:spPr>
          <a:xfrm>
            <a:off x="614427" y="1622830"/>
            <a:ext cx="22545546" cy="14773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80000"/>
              </a:lnSpc>
              <a:spcBef>
                <a:spcPts val="0"/>
              </a:spcBef>
              <a:defRPr sz="9600">
                <a:solidFill>
                  <a:srgbClr val="FFFFFF"/>
                </a:solidFill>
                <a:latin typeface="+mj-lt"/>
                <a:ea typeface="+mj-ea"/>
                <a:cs typeface="+mj-cs"/>
                <a:sym typeface="Poppins Medium"/>
              </a:defRPr>
            </a:lvl1pPr>
          </a:lstStyle>
          <a:p>
            <a:pPr>
              <a:lnSpc>
                <a:spcPct val="100000"/>
              </a:lnSpc>
            </a:pPr>
            <a:r>
              <a:rPr lang="en-GB" dirty="0"/>
              <a:t>The Problem</a:t>
            </a:r>
            <a:endParaRPr lang="en-GB" dirty="0">
              <a:solidFill>
                <a:srgbClr val="FF4230"/>
              </a:solidFill>
            </a:endParaRPr>
          </a:p>
        </p:txBody>
      </p:sp>
      <p:sp>
        <p:nvSpPr>
          <p:cNvPr id="2"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476B5E9E-5C7C-20FC-ECC5-9185248F68ED}"/>
              </a:ext>
            </a:extLst>
          </p:cNvPr>
          <p:cNvSpPr txBox="1"/>
          <p:nvPr/>
        </p:nvSpPr>
        <p:spPr>
          <a:xfrm>
            <a:off x="636201" y="3975100"/>
            <a:ext cx="13371899" cy="306750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r>
              <a:rPr lang="en-US" dirty="0">
                <a:solidFill>
                  <a:srgbClr val="FFFFFF"/>
                </a:solidFill>
              </a:rPr>
              <a:t>The Integration Mess</a:t>
            </a:r>
            <a:endParaRPr lang="en-RO" dirty="0">
              <a:solidFill>
                <a:srgbClr val="FFFFFF"/>
              </a:solidFill>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No shared protocol for tools</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No standard permissions</a:t>
            </a: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Hard to build, hard to secure</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Hard to reuse tools across platforms</a:t>
            </a:r>
            <a:br>
              <a:rPr lang="en-US" b="1" kern="100" dirty="0">
                <a:solidFill>
                  <a:srgbClr val="FFFFFF"/>
                </a:solidFill>
                <a:ea typeface="Calibri" panose="020F0502020204030204" pitchFamily="34" charset="0"/>
                <a:cs typeface="Times New Roman" panose="02020603050405020304" pitchFamily="18" charset="0"/>
              </a:rPr>
            </a:br>
            <a:endParaRPr lang="en-RO" b="1" kern="100" dirty="0">
              <a:effectLs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16600399"/>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C5DAC-72BA-C2AD-B91B-358924F50302}"/>
            </a:ext>
          </a:extLst>
        </p:cNvPr>
        <p:cNvGrpSpPr/>
        <p:nvPr/>
      </p:nvGrpSpPr>
      <p:grpSpPr>
        <a:xfrm>
          <a:off x="0" y="0"/>
          <a:ext cx="0" cy="0"/>
          <a:chOff x="0" y="0"/>
          <a:chExt cx="0" cy="0"/>
        </a:xfrm>
      </p:grpSpPr>
      <p:sp>
        <p:nvSpPr>
          <p:cNvPr id="253" name="Insert chapter 1 name here">
            <a:extLst>
              <a:ext uri="{FF2B5EF4-FFF2-40B4-BE49-F238E27FC236}">
                <a16:creationId xmlns:a16="http://schemas.microsoft.com/office/drawing/2014/main" id="{836ABFE6-6DB2-EEEA-0A9C-21E8D1B314FA}"/>
              </a:ext>
            </a:extLst>
          </p:cNvPr>
          <p:cNvSpPr txBox="1">
            <a:spLocks noGrp="1"/>
          </p:cNvSpPr>
          <p:nvPr>
            <p:ph type="title"/>
          </p:nvPr>
        </p:nvSpPr>
        <p:spPr>
          <a:prstGeom prst="rect">
            <a:avLst/>
          </a:prstGeom>
        </p:spPr>
        <p:txBody>
          <a:bodyPr/>
          <a:lstStyle/>
          <a:p>
            <a:r>
              <a:rPr lang="en-US" dirty="0"/>
              <a:t>Why MCP</a:t>
            </a:r>
            <a:endParaRPr dirty="0"/>
          </a:p>
        </p:txBody>
      </p:sp>
      <p:sp>
        <p:nvSpPr>
          <p:cNvPr id="254" name="01">
            <a:extLst>
              <a:ext uri="{FF2B5EF4-FFF2-40B4-BE49-F238E27FC236}">
                <a16:creationId xmlns:a16="http://schemas.microsoft.com/office/drawing/2014/main" id="{5FED3C26-46F3-6872-649E-96DADA0A56A8}"/>
              </a:ext>
            </a:extLst>
          </p:cNvPr>
          <p:cNvSpPr txBox="1">
            <a:spLocks noGrp="1"/>
          </p:cNvSpPr>
          <p:nvPr>
            <p:ph type="body" sz="quarter" idx="21"/>
          </p:nvPr>
        </p:nvSpPr>
        <p:spPr>
          <a:prstGeom prst="rect">
            <a:avLst/>
          </a:prstGeom>
        </p:spPr>
        <p:txBody>
          <a:bodyPr/>
          <a:lstStyle/>
          <a:p>
            <a:r>
              <a:rPr dirty="0"/>
              <a:t>02</a:t>
            </a:r>
          </a:p>
        </p:txBody>
      </p:sp>
    </p:spTree>
    <p:extLst>
      <p:ext uri="{BB962C8B-B14F-4D97-AF65-F5344CB8AC3E}">
        <p14:creationId xmlns:p14="http://schemas.microsoft.com/office/powerpoint/2010/main" val="799649003"/>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E44A7-D6DB-BB1A-D91A-A7202D996328}"/>
            </a:ext>
          </a:extLst>
        </p:cNvPr>
        <p:cNvGrpSpPr/>
        <p:nvPr/>
      </p:nvGrpSpPr>
      <p:grpSpPr>
        <a:xfrm>
          <a:off x="0" y="0"/>
          <a:ext cx="0" cy="0"/>
          <a:chOff x="0" y="0"/>
          <a:chExt cx="0" cy="0"/>
        </a:xfrm>
      </p:grpSpPr>
      <p:sp>
        <p:nvSpPr>
          <p:cNvPr id="479" name="Slide Number">
            <a:extLst>
              <a:ext uri="{FF2B5EF4-FFF2-40B4-BE49-F238E27FC236}">
                <a16:creationId xmlns:a16="http://schemas.microsoft.com/office/drawing/2014/main" id="{7A207CC9-FEA7-DB0D-4757-F9892EDCF8EE}"/>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12</a:t>
            </a:fld>
            <a:endParaRPr dirty="0"/>
          </a:p>
        </p:txBody>
      </p:sp>
      <p:sp>
        <p:nvSpPr>
          <p:cNvPr id="478" name="Insert chapter name">
            <a:extLst>
              <a:ext uri="{FF2B5EF4-FFF2-40B4-BE49-F238E27FC236}">
                <a16:creationId xmlns:a16="http://schemas.microsoft.com/office/drawing/2014/main" id="{746EC3EE-0509-0CA4-8067-107E203C0525}"/>
              </a:ext>
            </a:extLst>
          </p:cNvPr>
          <p:cNvSpPr>
            <a:spLocks noGrp="1"/>
          </p:cNvSpPr>
          <p:nvPr>
            <p:ph type="body" sz="quarter" idx="21"/>
          </p:nvPr>
        </p:nvSpPr>
        <p:spPr>
          <a:xfrm>
            <a:off x="609599" y="207805"/>
            <a:ext cx="1182625" cy="395700"/>
          </a:xfrm>
          <a:prstGeom prst="roundRect">
            <a:avLst>
              <a:gd name="adj" fmla="val 50000"/>
            </a:avLst>
          </a:prstGeom>
        </p:spPr>
        <p:txBody>
          <a:bodyPr>
            <a:normAutofit lnSpcReduction="10000"/>
          </a:bodyPr>
          <a:lstStyle/>
          <a:p>
            <a:r>
              <a:rPr lang="en-US" dirty="0"/>
              <a:t>Why MCP</a:t>
            </a:r>
            <a:endParaRPr dirty="0"/>
          </a:p>
        </p:txBody>
      </p:sp>
      <p:sp>
        <p:nvSpPr>
          <p:cNvPr id="480" name="Insert long title here">
            <a:extLst>
              <a:ext uri="{FF2B5EF4-FFF2-40B4-BE49-F238E27FC236}">
                <a16:creationId xmlns:a16="http://schemas.microsoft.com/office/drawing/2014/main" id="{1EB18BF5-A15A-E26E-3E6E-329215109683}"/>
              </a:ext>
            </a:extLst>
          </p:cNvPr>
          <p:cNvSpPr txBox="1"/>
          <p:nvPr/>
        </p:nvSpPr>
        <p:spPr>
          <a:xfrm>
            <a:off x="614427" y="1622830"/>
            <a:ext cx="22545546" cy="14773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80000"/>
              </a:lnSpc>
              <a:spcBef>
                <a:spcPts val="0"/>
              </a:spcBef>
              <a:defRPr sz="9600">
                <a:solidFill>
                  <a:srgbClr val="FFFFFF"/>
                </a:solidFill>
                <a:latin typeface="+mj-lt"/>
                <a:ea typeface="+mj-ea"/>
                <a:cs typeface="+mj-cs"/>
                <a:sym typeface="Poppins Medium"/>
              </a:defRPr>
            </a:lvl1pPr>
          </a:lstStyle>
          <a:p>
            <a:pPr>
              <a:lnSpc>
                <a:spcPct val="100000"/>
              </a:lnSpc>
            </a:pPr>
            <a:r>
              <a:rPr lang="en-GB" dirty="0"/>
              <a:t>Why MCP Exists</a:t>
            </a:r>
            <a:endParaRPr lang="en-GB" dirty="0">
              <a:solidFill>
                <a:srgbClr val="FF4230"/>
              </a:solidFill>
            </a:endParaRPr>
          </a:p>
        </p:txBody>
      </p:sp>
      <p:sp>
        <p:nvSpPr>
          <p:cNvPr id="2"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528D1139-97D5-A0C4-6DF4-F6C77E93E824}"/>
              </a:ext>
            </a:extLst>
          </p:cNvPr>
          <p:cNvSpPr txBox="1"/>
          <p:nvPr/>
        </p:nvSpPr>
        <p:spPr>
          <a:xfrm>
            <a:off x="636201" y="3975100"/>
            <a:ext cx="13371899" cy="456022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r>
              <a:rPr lang="en-US" b="1" dirty="0">
                <a:solidFill>
                  <a:srgbClr val="FFFFFF"/>
                </a:solidFill>
              </a:rPr>
              <a:t>M</a:t>
            </a:r>
            <a:r>
              <a:rPr lang="en-US" dirty="0">
                <a:solidFill>
                  <a:srgbClr val="FFFFFF"/>
                </a:solidFill>
              </a:rPr>
              <a:t>odel </a:t>
            </a:r>
            <a:r>
              <a:rPr lang="en-US" b="1" dirty="0">
                <a:solidFill>
                  <a:srgbClr val="FFFFFF"/>
                </a:solidFill>
              </a:rPr>
              <a:t>C</a:t>
            </a:r>
            <a:r>
              <a:rPr lang="en-US" dirty="0">
                <a:solidFill>
                  <a:srgbClr val="FFFFFF"/>
                </a:solidFill>
              </a:rPr>
              <a:t>ontext </a:t>
            </a:r>
            <a:r>
              <a:rPr lang="en-US" b="1" dirty="0">
                <a:solidFill>
                  <a:srgbClr val="FFFFFF"/>
                </a:solidFill>
              </a:rPr>
              <a:t>P</a:t>
            </a:r>
            <a:r>
              <a:rPr lang="en-US" dirty="0">
                <a:solidFill>
                  <a:srgbClr val="FFFFFF"/>
                </a:solidFill>
              </a:rPr>
              <a:t>rotocol: A Standard for Agent–Tool Interaction</a:t>
            </a:r>
            <a:br>
              <a:rPr lang="en-US" dirty="0">
                <a:solidFill>
                  <a:srgbClr val="FFFFFF"/>
                </a:solidFill>
              </a:rPr>
            </a:br>
            <a:r>
              <a:rPr lang="en-US" dirty="0">
                <a:solidFill>
                  <a:srgbClr val="FFFFFF"/>
                </a:solidFill>
              </a:rPr>
              <a:t>Created by Anthropic: </a:t>
            </a:r>
            <a:r>
              <a:rPr lang="en-US" dirty="0">
                <a:solidFill>
                  <a:srgbClr val="FFFFFF"/>
                </a:solidFill>
                <a:hlinkClick r:id="rId3"/>
              </a:rPr>
              <a:t>https://www.anthropic.com/news/model-context-protocol</a:t>
            </a:r>
            <a:endParaRPr lang="en-RO" dirty="0">
              <a:solidFill>
                <a:srgbClr val="FFFFFF"/>
              </a:solidFill>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Uniform protocol for tools</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Strong permission + security model</a:t>
            </a: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Works locally or remotely</a:t>
            </a:r>
          </a:p>
          <a:p>
            <a:pPr marL="36000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Clear access control</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Designed for LLMs and agents</a:t>
            </a: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Portable integrations (one server, many clients)</a:t>
            </a:r>
            <a:br>
              <a:rPr lang="en-US" b="1" kern="100" dirty="0">
                <a:solidFill>
                  <a:srgbClr val="FFFFFF"/>
                </a:solidFill>
                <a:ea typeface="Calibri" panose="020F0502020204030204" pitchFamily="34" charset="0"/>
                <a:cs typeface="Times New Roman" panose="02020603050405020304" pitchFamily="18" charset="0"/>
              </a:rPr>
            </a:br>
            <a:endParaRPr lang="en-RO" b="1" kern="100" dirty="0">
              <a:effectLs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913462430"/>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12989-CCBD-4C06-A959-2EC1824B6A63}"/>
            </a:ext>
          </a:extLst>
        </p:cNvPr>
        <p:cNvGrpSpPr/>
        <p:nvPr/>
      </p:nvGrpSpPr>
      <p:grpSpPr>
        <a:xfrm>
          <a:off x="0" y="0"/>
          <a:ext cx="0" cy="0"/>
          <a:chOff x="0" y="0"/>
          <a:chExt cx="0" cy="0"/>
        </a:xfrm>
      </p:grpSpPr>
      <p:sp>
        <p:nvSpPr>
          <p:cNvPr id="479" name="Slide Number">
            <a:extLst>
              <a:ext uri="{FF2B5EF4-FFF2-40B4-BE49-F238E27FC236}">
                <a16:creationId xmlns:a16="http://schemas.microsoft.com/office/drawing/2014/main" id="{805359FE-46E9-A8D2-FC4B-B923E401FDC0}"/>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13</a:t>
            </a:fld>
            <a:endParaRPr dirty="0"/>
          </a:p>
        </p:txBody>
      </p:sp>
      <p:sp>
        <p:nvSpPr>
          <p:cNvPr id="480" name="Insert long title here">
            <a:extLst>
              <a:ext uri="{FF2B5EF4-FFF2-40B4-BE49-F238E27FC236}">
                <a16:creationId xmlns:a16="http://schemas.microsoft.com/office/drawing/2014/main" id="{3E10A34D-A06C-B609-3B50-5F48E5B57F61}"/>
              </a:ext>
            </a:extLst>
          </p:cNvPr>
          <p:cNvSpPr txBox="1"/>
          <p:nvPr/>
        </p:nvSpPr>
        <p:spPr>
          <a:xfrm>
            <a:off x="614427" y="1622830"/>
            <a:ext cx="22545546" cy="14773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80000"/>
              </a:lnSpc>
              <a:spcBef>
                <a:spcPts val="0"/>
              </a:spcBef>
              <a:defRPr sz="9600">
                <a:solidFill>
                  <a:srgbClr val="FFFFFF"/>
                </a:solidFill>
                <a:latin typeface="+mj-lt"/>
                <a:ea typeface="+mj-ea"/>
                <a:cs typeface="+mj-cs"/>
                <a:sym typeface="Poppins Medium"/>
              </a:defRPr>
            </a:lvl1pPr>
          </a:lstStyle>
          <a:p>
            <a:pPr>
              <a:lnSpc>
                <a:spcPct val="100000"/>
              </a:lnSpc>
            </a:pPr>
            <a:r>
              <a:rPr lang="en-GB" dirty="0"/>
              <a:t>MCP Architecture</a:t>
            </a:r>
            <a:endParaRPr lang="en-GB" dirty="0">
              <a:solidFill>
                <a:srgbClr val="FF4230"/>
              </a:solidFill>
            </a:endParaRPr>
          </a:p>
        </p:txBody>
      </p:sp>
      <p:sp>
        <p:nvSpPr>
          <p:cNvPr id="2"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EE5DB6AD-C688-6741-055C-ED828BD280D6}"/>
              </a:ext>
            </a:extLst>
          </p:cNvPr>
          <p:cNvSpPr txBox="1"/>
          <p:nvPr/>
        </p:nvSpPr>
        <p:spPr>
          <a:xfrm>
            <a:off x="636201" y="3975100"/>
            <a:ext cx="13371899" cy="194412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r>
              <a:rPr lang="en-US" dirty="0">
                <a:solidFill>
                  <a:srgbClr val="FFFFFF"/>
                </a:solidFill>
              </a:rPr>
              <a:t>The MCP Model</a:t>
            </a:r>
            <a:endParaRPr lang="en-RO" dirty="0">
              <a:solidFill>
                <a:srgbClr val="FFFFFF"/>
              </a:solidFill>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Servers expose tools, resources, prompts</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Clients (LLMs/Agents) interact over a shared protocol</a:t>
            </a:r>
            <a:br>
              <a:rPr lang="en-US" b="1" kern="100" dirty="0">
                <a:solidFill>
                  <a:srgbClr val="FFFFFF"/>
                </a:solidFill>
                <a:ea typeface="Calibri" panose="020F0502020204030204" pitchFamily="34" charset="0"/>
                <a:cs typeface="Times New Roman" panose="02020603050405020304" pitchFamily="18" charset="0"/>
              </a:rPr>
            </a:br>
            <a:endParaRPr lang="en-RO" b="1" kern="100" dirty="0">
              <a:effectLst/>
              <a:ea typeface="Calibri" panose="020F0502020204030204" pitchFamily="34" charset="0"/>
              <a:cs typeface="Times New Roman" panose="02020603050405020304" pitchFamily="18" charset="0"/>
            </a:endParaRPr>
          </a:p>
        </p:txBody>
      </p:sp>
      <p:pic>
        <p:nvPicPr>
          <p:cNvPr id="4" name="Picture 3" descr="A diagram of a standardized security system&#10;&#10;AI-generated content may be incorrect.">
            <a:extLst>
              <a:ext uri="{FF2B5EF4-FFF2-40B4-BE49-F238E27FC236}">
                <a16:creationId xmlns:a16="http://schemas.microsoft.com/office/drawing/2014/main" id="{E420A405-14A6-9DC7-A819-44859AD84C37}"/>
              </a:ext>
            </a:extLst>
          </p:cNvPr>
          <p:cNvPicPr>
            <a:picLocks noChangeAspect="1"/>
          </p:cNvPicPr>
          <p:nvPr/>
        </p:nvPicPr>
        <p:blipFill>
          <a:blip r:embed="rId3"/>
          <a:stretch>
            <a:fillRect/>
          </a:stretch>
        </p:blipFill>
        <p:spPr>
          <a:xfrm>
            <a:off x="3526640" y="6434937"/>
            <a:ext cx="17321680" cy="5711053"/>
          </a:xfrm>
          <a:prstGeom prst="rect">
            <a:avLst/>
          </a:prstGeom>
        </p:spPr>
      </p:pic>
      <p:sp>
        <p:nvSpPr>
          <p:cNvPr id="7" name="Insert chapter name">
            <a:extLst>
              <a:ext uri="{FF2B5EF4-FFF2-40B4-BE49-F238E27FC236}">
                <a16:creationId xmlns:a16="http://schemas.microsoft.com/office/drawing/2014/main" id="{919D7AE3-ABCC-4B1A-1E64-D16D8C1ADC1F}"/>
              </a:ext>
            </a:extLst>
          </p:cNvPr>
          <p:cNvSpPr>
            <a:spLocks noGrp="1"/>
          </p:cNvSpPr>
          <p:nvPr>
            <p:ph type="body" sz="quarter" idx="21"/>
          </p:nvPr>
        </p:nvSpPr>
        <p:spPr>
          <a:xfrm>
            <a:off x="609599" y="207805"/>
            <a:ext cx="1182625" cy="395700"/>
          </a:xfrm>
          <a:prstGeom prst="roundRect">
            <a:avLst>
              <a:gd name="adj" fmla="val 50000"/>
            </a:avLst>
          </a:prstGeom>
        </p:spPr>
        <p:txBody>
          <a:bodyPr>
            <a:normAutofit lnSpcReduction="10000"/>
          </a:bodyPr>
          <a:lstStyle/>
          <a:p>
            <a:r>
              <a:rPr lang="en-US" dirty="0"/>
              <a:t>Why MCP</a:t>
            </a:r>
            <a:endParaRPr dirty="0"/>
          </a:p>
        </p:txBody>
      </p:sp>
    </p:spTree>
    <p:extLst>
      <p:ext uri="{BB962C8B-B14F-4D97-AF65-F5344CB8AC3E}">
        <p14:creationId xmlns:p14="http://schemas.microsoft.com/office/powerpoint/2010/main" val="470264555"/>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1856D-6A5D-11D3-772F-89E33F093156}"/>
            </a:ext>
          </a:extLst>
        </p:cNvPr>
        <p:cNvGrpSpPr/>
        <p:nvPr/>
      </p:nvGrpSpPr>
      <p:grpSpPr>
        <a:xfrm>
          <a:off x="0" y="0"/>
          <a:ext cx="0" cy="0"/>
          <a:chOff x="0" y="0"/>
          <a:chExt cx="0" cy="0"/>
        </a:xfrm>
      </p:grpSpPr>
      <p:sp>
        <p:nvSpPr>
          <p:cNvPr id="479" name="Slide Number">
            <a:extLst>
              <a:ext uri="{FF2B5EF4-FFF2-40B4-BE49-F238E27FC236}">
                <a16:creationId xmlns:a16="http://schemas.microsoft.com/office/drawing/2014/main" id="{FA184449-63D6-BEE0-02AF-0D4408C79D31}"/>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14</a:t>
            </a:fld>
            <a:endParaRPr dirty="0"/>
          </a:p>
        </p:txBody>
      </p:sp>
      <p:sp>
        <p:nvSpPr>
          <p:cNvPr id="480" name="Insert long title here">
            <a:extLst>
              <a:ext uri="{FF2B5EF4-FFF2-40B4-BE49-F238E27FC236}">
                <a16:creationId xmlns:a16="http://schemas.microsoft.com/office/drawing/2014/main" id="{16F4FA20-5BD9-F06A-6837-384552D91C95}"/>
              </a:ext>
            </a:extLst>
          </p:cNvPr>
          <p:cNvSpPr txBox="1"/>
          <p:nvPr/>
        </p:nvSpPr>
        <p:spPr>
          <a:xfrm>
            <a:off x="614427" y="1622830"/>
            <a:ext cx="22545546" cy="14773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80000"/>
              </a:lnSpc>
              <a:spcBef>
                <a:spcPts val="0"/>
              </a:spcBef>
              <a:defRPr sz="9600">
                <a:solidFill>
                  <a:srgbClr val="FFFFFF"/>
                </a:solidFill>
                <a:latin typeface="+mj-lt"/>
                <a:ea typeface="+mj-ea"/>
                <a:cs typeface="+mj-cs"/>
                <a:sym typeface="Poppins Medium"/>
              </a:defRPr>
            </a:lvl1pPr>
          </a:lstStyle>
          <a:p>
            <a:pPr>
              <a:lnSpc>
                <a:spcPct val="100000"/>
              </a:lnSpc>
            </a:pPr>
            <a:r>
              <a:rPr lang="en-GB" dirty="0"/>
              <a:t>MCP in Practice</a:t>
            </a:r>
            <a:endParaRPr lang="en-GB" dirty="0">
              <a:solidFill>
                <a:srgbClr val="FF4230"/>
              </a:solidFill>
            </a:endParaRPr>
          </a:p>
        </p:txBody>
      </p:sp>
      <p:sp>
        <p:nvSpPr>
          <p:cNvPr id="2"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A2DB5377-57D4-A00D-82E0-64AFAAA3DB30}"/>
              </a:ext>
            </a:extLst>
          </p:cNvPr>
          <p:cNvSpPr txBox="1"/>
          <p:nvPr/>
        </p:nvSpPr>
        <p:spPr>
          <a:xfrm>
            <a:off x="636201" y="3975100"/>
            <a:ext cx="13371899" cy="250581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r>
              <a:rPr lang="en-US" dirty="0">
                <a:solidFill>
                  <a:srgbClr val="FFFFFF"/>
                </a:solidFill>
              </a:rPr>
              <a:t>How MCP Changes Development</a:t>
            </a:r>
            <a:endParaRPr lang="en-RO" dirty="0">
              <a:solidFill>
                <a:srgbClr val="FFFFFF"/>
              </a:solidFill>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Build once → use across platforms</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Safe control of system resources</a:t>
            </a: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Makes apps "AI-ready"</a:t>
            </a:r>
            <a:br>
              <a:rPr lang="en-US" b="1" kern="100" dirty="0">
                <a:solidFill>
                  <a:srgbClr val="FFFFFF"/>
                </a:solidFill>
                <a:ea typeface="Calibri" panose="020F0502020204030204" pitchFamily="34" charset="0"/>
                <a:cs typeface="Times New Roman" panose="02020603050405020304" pitchFamily="18" charset="0"/>
              </a:rPr>
            </a:br>
            <a:endParaRPr lang="en-RO" b="1" kern="100" dirty="0">
              <a:effectLst/>
              <a:ea typeface="Calibri" panose="020F0502020204030204" pitchFamily="34" charset="0"/>
              <a:cs typeface="Times New Roman" panose="02020603050405020304" pitchFamily="18" charset="0"/>
            </a:endParaRPr>
          </a:p>
        </p:txBody>
      </p:sp>
      <p:sp>
        <p:nvSpPr>
          <p:cNvPr id="5" name="Insert chapter name">
            <a:extLst>
              <a:ext uri="{FF2B5EF4-FFF2-40B4-BE49-F238E27FC236}">
                <a16:creationId xmlns:a16="http://schemas.microsoft.com/office/drawing/2014/main" id="{2B5E23BD-E1D3-1CC0-543F-83C7CED3AF90}"/>
              </a:ext>
            </a:extLst>
          </p:cNvPr>
          <p:cNvSpPr>
            <a:spLocks noGrp="1"/>
          </p:cNvSpPr>
          <p:nvPr>
            <p:ph type="body" sz="quarter" idx="21"/>
          </p:nvPr>
        </p:nvSpPr>
        <p:spPr>
          <a:xfrm>
            <a:off x="609599" y="207805"/>
            <a:ext cx="1182625" cy="395700"/>
          </a:xfrm>
          <a:prstGeom prst="roundRect">
            <a:avLst>
              <a:gd name="adj" fmla="val 50000"/>
            </a:avLst>
          </a:prstGeom>
        </p:spPr>
        <p:txBody>
          <a:bodyPr>
            <a:normAutofit lnSpcReduction="10000"/>
          </a:bodyPr>
          <a:lstStyle/>
          <a:p>
            <a:r>
              <a:rPr lang="en-US" dirty="0"/>
              <a:t>Why MCP</a:t>
            </a:r>
            <a:endParaRPr dirty="0"/>
          </a:p>
        </p:txBody>
      </p:sp>
    </p:spTree>
    <p:extLst>
      <p:ext uri="{BB962C8B-B14F-4D97-AF65-F5344CB8AC3E}">
        <p14:creationId xmlns:p14="http://schemas.microsoft.com/office/powerpoint/2010/main" val="1505880581"/>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AB572-5CC3-51BB-E368-45874BB4BD83}"/>
            </a:ext>
          </a:extLst>
        </p:cNvPr>
        <p:cNvGrpSpPr/>
        <p:nvPr/>
      </p:nvGrpSpPr>
      <p:grpSpPr>
        <a:xfrm>
          <a:off x="0" y="0"/>
          <a:ext cx="0" cy="0"/>
          <a:chOff x="0" y="0"/>
          <a:chExt cx="0" cy="0"/>
        </a:xfrm>
      </p:grpSpPr>
      <p:sp>
        <p:nvSpPr>
          <p:cNvPr id="253" name="Insert chapter 1 name here">
            <a:extLst>
              <a:ext uri="{FF2B5EF4-FFF2-40B4-BE49-F238E27FC236}">
                <a16:creationId xmlns:a16="http://schemas.microsoft.com/office/drawing/2014/main" id="{70A53723-05BA-16DE-718F-3B4BE4780E19}"/>
              </a:ext>
            </a:extLst>
          </p:cNvPr>
          <p:cNvSpPr txBox="1">
            <a:spLocks noGrp="1"/>
          </p:cNvSpPr>
          <p:nvPr>
            <p:ph type="title"/>
          </p:nvPr>
        </p:nvSpPr>
        <p:spPr>
          <a:prstGeom prst="rect">
            <a:avLst/>
          </a:prstGeom>
        </p:spPr>
        <p:txBody>
          <a:bodyPr/>
          <a:lstStyle/>
          <a:p>
            <a:r>
              <a:rPr lang="en-US" dirty="0"/>
              <a:t>Demo</a:t>
            </a:r>
            <a:endParaRPr dirty="0"/>
          </a:p>
        </p:txBody>
      </p:sp>
      <p:sp>
        <p:nvSpPr>
          <p:cNvPr id="254" name="01">
            <a:extLst>
              <a:ext uri="{FF2B5EF4-FFF2-40B4-BE49-F238E27FC236}">
                <a16:creationId xmlns:a16="http://schemas.microsoft.com/office/drawing/2014/main" id="{C4D833CE-51F2-71B9-84DA-AC8029763344}"/>
              </a:ext>
            </a:extLst>
          </p:cNvPr>
          <p:cNvSpPr txBox="1">
            <a:spLocks noGrp="1"/>
          </p:cNvSpPr>
          <p:nvPr>
            <p:ph type="body" sz="quarter" idx="21"/>
          </p:nvPr>
        </p:nvSpPr>
        <p:spPr>
          <a:prstGeom prst="rect">
            <a:avLst/>
          </a:prstGeom>
        </p:spPr>
        <p:txBody>
          <a:bodyPr/>
          <a:lstStyle/>
          <a:p>
            <a:r>
              <a:rPr dirty="0"/>
              <a:t>03</a:t>
            </a:r>
          </a:p>
        </p:txBody>
      </p:sp>
    </p:spTree>
    <p:extLst>
      <p:ext uri="{BB962C8B-B14F-4D97-AF65-F5344CB8AC3E}">
        <p14:creationId xmlns:p14="http://schemas.microsoft.com/office/powerpoint/2010/main" val="1105435320"/>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66417-1E68-D09A-A0B9-AC5A84017847}"/>
            </a:ext>
          </a:extLst>
        </p:cNvPr>
        <p:cNvGrpSpPr/>
        <p:nvPr/>
      </p:nvGrpSpPr>
      <p:grpSpPr>
        <a:xfrm>
          <a:off x="0" y="0"/>
          <a:ext cx="0" cy="0"/>
          <a:chOff x="0" y="0"/>
          <a:chExt cx="0" cy="0"/>
        </a:xfrm>
      </p:grpSpPr>
      <p:sp>
        <p:nvSpPr>
          <p:cNvPr id="479" name="Slide Number">
            <a:extLst>
              <a:ext uri="{FF2B5EF4-FFF2-40B4-BE49-F238E27FC236}">
                <a16:creationId xmlns:a16="http://schemas.microsoft.com/office/drawing/2014/main" id="{3C9DD17D-C051-523F-2D61-FEC04B4C87F2}"/>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16</a:t>
            </a:fld>
            <a:endParaRPr dirty="0"/>
          </a:p>
        </p:txBody>
      </p:sp>
      <p:sp>
        <p:nvSpPr>
          <p:cNvPr id="480" name="Insert long title here">
            <a:extLst>
              <a:ext uri="{FF2B5EF4-FFF2-40B4-BE49-F238E27FC236}">
                <a16:creationId xmlns:a16="http://schemas.microsoft.com/office/drawing/2014/main" id="{9105CBB0-5BD3-54EB-4552-28BBBE15030A}"/>
              </a:ext>
            </a:extLst>
          </p:cNvPr>
          <p:cNvSpPr txBox="1"/>
          <p:nvPr/>
        </p:nvSpPr>
        <p:spPr>
          <a:xfrm>
            <a:off x="614427" y="1622830"/>
            <a:ext cx="22545546" cy="14773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80000"/>
              </a:lnSpc>
              <a:spcBef>
                <a:spcPts val="0"/>
              </a:spcBef>
              <a:defRPr sz="9600">
                <a:solidFill>
                  <a:srgbClr val="FFFFFF"/>
                </a:solidFill>
                <a:latin typeface="+mj-lt"/>
                <a:ea typeface="+mj-ea"/>
                <a:cs typeface="+mj-cs"/>
                <a:sym typeface="Poppins Medium"/>
              </a:defRPr>
            </a:lvl1pPr>
          </a:lstStyle>
          <a:p>
            <a:pPr>
              <a:lnSpc>
                <a:spcPct val="100000"/>
              </a:lnSpc>
            </a:pPr>
            <a:r>
              <a:rPr lang="en-GB" dirty="0"/>
              <a:t>Demo 1</a:t>
            </a:r>
            <a:endParaRPr lang="en-GB" dirty="0">
              <a:solidFill>
                <a:srgbClr val="FF4230"/>
              </a:solidFill>
            </a:endParaRPr>
          </a:p>
        </p:txBody>
      </p:sp>
      <p:sp>
        <p:nvSpPr>
          <p:cNvPr id="2"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C3A7CEDB-7E5A-BFF2-A287-567C7CE235D1}"/>
              </a:ext>
            </a:extLst>
          </p:cNvPr>
          <p:cNvSpPr txBox="1"/>
          <p:nvPr/>
        </p:nvSpPr>
        <p:spPr>
          <a:xfrm>
            <a:off x="636201" y="3975100"/>
            <a:ext cx="13371899" cy="36291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r>
              <a:rPr lang="en-US" dirty="0">
                <a:solidFill>
                  <a:srgbClr val="FFFFFF"/>
                </a:solidFill>
              </a:rPr>
              <a:t>Using an Existing Node.js MCP Server</a:t>
            </a:r>
            <a:endParaRPr lang="en-RO" dirty="0">
              <a:solidFill>
                <a:srgbClr val="FFFFFF"/>
              </a:solidFill>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Walkthrough Clude Desktop</a:t>
            </a: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MCP Server config JSON file</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Import </a:t>
            </a:r>
            <a:r>
              <a:rPr lang="en-US" b="1" kern="100" dirty="0" err="1">
                <a:solidFill>
                  <a:srgbClr val="FFFFFF"/>
                </a:solidFill>
                <a:ea typeface="Calibri" panose="020F0502020204030204" pitchFamily="34" charset="0"/>
                <a:cs typeface="Times New Roman" panose="02020603050405020304" pitchFamily="18" charset="0"/>
              </a:rPr>
              <a:t>AirBnb</a:t>
            </a:r>
            <a:r>
              <a:rPr lang="en-US" b="1" kern="100" dirty="0">
                <a:solidFill>
                  <a:srgbClr val="FFFFFF"/>
                </a:solidFill>
                <a:ea typeface="Calibri" panose="020F0502020204030204" pitchFamily="34" charset="0"/>
                <a:cs typeface="Times New Roman" panose="02020603050405020304" pitchFamily="18" charset="0"/>
              </a:rPr>
              <a:t> MCP server</a:t>
            </a:r>
          </a:p>
          <a:p>
            <a:pPr marL="360000" lvl="0" indent="-360000">
              <a:buClr>
                <a:srgbClr val="FF4230"/>
              </a:buClr>
              <a:buFont typeface="Arial" panose="020B0604020202020204" pitchFamily="34" charset="0"/>
              <a:buChar char="•"/>
              <a:tabLst>
                <a:tab pos="457200" algn="l"/>
              </a:tabLst>
            </a:pPr>
            <a:r>
              <a:rPr lang="en-US" b="1" kern="100" dirty="0">
                <a:solidFill>
                  <a:srgbClr val="FFFFFF"/>
                </a:solidFill>
                <a:ea typeface="Calibri" panose="020F0502020204030204" pitchFamily="34" charset="0"/>
                <a:cs typeface="Times New Roman" panose="02020603050405020304" pitchFamily="18" charset="0"/>
              </a:rPr>
              <a:t>All available MCP servers: </a:t>
            </a:r>
            <a:r>
              <a:rPr lang="en-US" b="1" kern="100" dirty="0">
                <a:solidFill>
                  <a:srgbClr val="FFFFFF"/>
                </a:solidFill>
                <a:ea typeface="Calibri" panose="020F0502020204030204" pitchFamily="34" charset="0"/>
                <a:cs typeface="Times New Roman" panose="02020603050405020304" pitchFamily="18" charset="0"/>
                <a:hlinkClick r:id="rId3"/>
              </a:rPr>
              <a:t>https://github.com/modelcontextprotocol/servers</a:t>
            </a:r>
            <a:endParaRPr lang="en-US" b="1" kern="100" dirty="0">
              <a:solidFill>
                <a:srgbClr val="FFFFFF"/>
              </a:solidFill>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b="1" kern="100" dirty="0" err="1">
                <a:solidFill>
                  <a:srgbClr val="FFFFFF"/>
                </a:solidFill>
                <a:ea typeface="Calibri" panose="020F0502020204030204" pitchFamily="34" charset="0"/>
                <a:cs typeface="Times New Roman" panose="02020603050405020304" pitchFamily="18" charset="0"/>
              </a:rPr>
              <a:t>AirBnb</a:t>
            </a:r>
            <a:r>
              <a:rPr lang="en-US" b="1" kern="100" dirty="0">
                <a:solidFill>
                  <a:srgbClr val="FFFFFF"/>
                </a:solidFill>
                <a:ea typeface="Calibri" panose="020F0502020204030204" pitchFamily="34" charset="0"/>
                <a:cs typeface="Times New Roman" panose="02020603050405020304" pitchFamily="18" charset="0"/>
              </a:rPr>
              <a:t> MCP server:  </a:t>
            </a:r>
            <a:r>
              <a:rPr lang="en-US" b="1" kern="100" dirty="0">
                <a:solidFill>
                  <a:srgbClr val="FFFFFF"/>
                </a:solidFill>
                <a:ea typeface="Calibri" panose="020F0502020204030204" pitchFamily="34" charset="0"/>
                <a:cs typeface="Times New Roman" panose="02020603050405020304" pitchFamily="18" charset="0"/>
                <a:hlinkClick r:id="rId4"/>
              </a:rPr>
              <a:t>https://github.com/openbnb-org/mcp-server-airbnb</a:t>
            </a:r>
            <a:br>
              <a:rPr lang="en-US" b="1" kern="100" dirty="0">
                <a:solidFill>
                  <a:srgbClr val="FFFFFF"/>
                </a:solidFill>
                <a:ea typeface="Calibri" panose="020F0502020204030204" pitchFamily="34" charset="0"/>
                <a:cs typeface="Times New Roman" panose="02020603050405020304" pitchFamily="18" charset="0"/>
              </a:rPr>
            </a:br>
            <a:endParaRPr lang="en-RO" b="1" kern="100" dirty="0">
              <a:effectLst/>
              <a:ea typeface="Calibri" panose="020F0502020204030204" pitchFamily="34" charset="0"/>
              <a:cs typeface="Times New Roman" panose="02020603050405020304" pitchFamily="18" charset="0"/>
            </a:endParaRPr>
          </a:p>
        </p:txBody>
      </p:sp>
      <p:sp>
        <p:nvSpPr>
          <p:cNvPr id="5" name="Insert chapter name">
            <a:extLst>
              <a:ext uri="{FF2B5EF4-FFF2-40B4-BE49-F238E27FC236}">
                <a16:creationId xmlns:a16="http://schemas.microsoft.com/office/drawing/2014/main" id="{C1303EB8-A88E-F1AC-E445-6F46507CEBB9}"/>
              </a:ext>
            </a:extLst>
          </p:cNvPr>
          <p:cNvSpPr>
            <a:spLocks noGrp="1"/>
          </p:cNvSpPr>
          <p:nvPr>
            <p:ph type="body" sz="quarter" idx="21"/>
          </p:nvPr>
        </p:nvSpPr>
        <p:spPr>
          <a:xfrm>
            <a:off x="609599" y="207805"/>
            <a:ext cx="798577" cy="340835"/>
          </a:xfrm>
          <a:prstGeom prst="roundRect">
            <a:avLst>
              <a:gd name="adj" fmla="val 50000"/>
            </a:avLst>
          </a:prstGeom>
        </p:spPr>
        <p:txBody>
          <a:bodyPr>
            <a:normAutofit fontScale="92500" lnSpcReduction="20000"/>
          </a:bodyPr>
          <a:lstStyle/>
          <a:p>
            <a:r>
              <a:rPr lang="en-US" dirty="0"/>
              <a:t>Demo</a:t>
            </a:r>
            <a:endParaRPr dirty="0"/>
          </a:p>
        </p:txBody>
      </p:sp>
    </p:spTree>
    <p:extLst>
      <p:ext uri="{BB962C8B-B14F-4D97-AF65-F5344CB8AC3E}">
        <p14:creationId xmlns:p14="http://schemas.microsoft.com/office/powerpoint/2010/main" val="75898228"/>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A6816-17FD-0D58-88B2-6C6997CBAF17}"/>
            </a:ext>
          </a:extLst>
        </p:cNvPr>
        <p:cNvGrpSpPr/>
        <p:nvPr/>
      </p:nvGrpSpPr>
      <p:grpSpPr>
        <a:xfrm>
          <a:off x="0" y="0"/>
          <a:ext cx="0" cy="0"/>
          <a:chOff x="0" y="0"/>
          <a:chExt cx="0" cy="0"/>
        </a:xfrm>
      </p:grpSpPr>
      <p:sp>
        <p:nvSpPr>
          <p:cNvPr id="479" name="Slide Number">
            <a:extLst>
              <a:ext uri="{FF2B5EF4-FFF2-40B4-BE49-F238E27FC236}">
                <a16:creationId xmlns:a16="http://schemas.microsoft.com/office/drawing/2014/main" id="{96D3D9C8-CA4D-BB2D-C6D1-569ABC005059}"/>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17</a:t>
            </a:fld>
            <a:endParaRPr dirty="0"/>
          </a:p>
        </p:txBody>
      </p:sp>
      <p:sp>
        <p:nvSpPr>
          <p:cNvPr id="480" name="Insert long title here">
            <a:extLst>
              <a:ext uri="{FF2B5EF4-FFF2-40B4-BE49-F238E27FC236}">
                <a16:creationId xmlns:a16="http://schemas.microsoft.com/office/drawing/2014/main" id="{F77794AE-54EF-860D-6504-C2E0DF389634}"/>
              </a:ext>
            </a:extLst>
          </p:cNvPr>
          <p:cNvSpPr txBox="1"/>
          <p:nvPr/>
        </p:nvSpPr>
        <p:spPr>
          <a:xfrm>
            <a:off x="614427" y="1622830"/>
            <a:ext cx="22545546" cy="14773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80000"/>
              </a:lnSpc>
              <a:spcBef>
                <a:spcPts val="0"/>
              </a:spcBef>
              <a:defRPr sz="9600">
                <a:solidFill>
                  <a:srgbClr val="FFFFFF"/>
                </a:solidFill>
                <a:latin typeface="+mj-lt"/>
                <a:ea typeface="+mj-ea"/>
                <a:cs typeface="+mj-cs"/>
                <a:sym typeface="Poppins Medium"/>
              </a:defRPr>
            </a:lvl1pPr>
          </a:lstStyle>
          <a:p>
            <a:pPr>
              <a:lnSpc>
                <a:spcPct val="100000"/>
              </a:lnSpc>
            </a:pPr>
            <a:r>
              <a:rPr lang="en-GB" dirty="0"/>
              <a:t>Demo 2</a:t>
            </a:r>
            <a:endParaRPr lang="en-GB" dirty="0">
              <a:solidFill>
                <a:srgbClr val="FF4230"/>
              </a:solidFill>
            </a:endParaRPr>
          </a:p>
        </p:txBody>
      </p:sp>
      <p:sp>
        <p:nvSpPr>
          <p:cNvPr id="2"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CE360573-932E-C7A2-CFF0-7E042DCDFE26}"/>
              </a:ext>
            </a:extLst>
          </p:cNvPr>
          <p:cNvSpPr txBox="1"/>
          <p:nvPr/>
        </p:nvSpPr>
        <p:spPr>
          <a:xfrm>
            <a:off x="636201" y="3975100"/>
            <a:ext cx="13371899" cy="399853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r>
              <a:rPr lang="en-US" dirty="0">
                <a:solidFill>
                  <a:srgbClr val="FFFFFF"/>
                </a:solidFill>
              </a:rPr>
              <a:t>Create a simple .NET MCP server that shows the local machine time</a:t>
            </a:r>
            <a:endParaRPr lang="en-RO" dirty="0">
              <a:solidFill>
                <a:srgbClr val="FFFFFF"/>
              </a:solidFill>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Code walkthrough</a:t>
            </a: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Install </a:t>
            </a:r>
            <a:r>
              <a:rPr lang="en-US" b="1" kern="100" dirty="0" err="1">
                <a:solidFill>
                  <a:srgbClr val="FFFFFF"/>
                </a:solidFill>
                <a:ea typeface="Calibri" panose="020F0502020204030204" pitchFamily="34" charset="0"/>
                <a:cs typeface="Times New Roman" panose="02020603050405020304" pitchFamily="18" charset="0"/>
              </a:rPr>
              <a:t>Microsoft.Extensions.AI.Templates</a:t>
            </a:r>
            <a:r>
              <a:rPr lang="en-US" b="1" kern="100" dirty="0">
                <a:solidFill>
                  <a:srgbClr val="FFFFFF"/>
                </a:solidFill>
                <a:ea typeface="Calibri" panose="020F0502020204030204" pitchFamily="34" charset="0"/>
                <a:cs typeface="Times New Roman" panose="02020603050405020304" pitchFamily="18" charset="0"/>
              </a:rPr>
              <a:t> template : </a:t>
            </a:r>
            <a:r>
              <a:rPr lang="en-US" b="1" kern="100" dirty="0">
                <a:solidFill>
                  <a:srgbClr val="FFFFFF"/>
                </a:solidFill>
                <a:ea typeface="Calibri" panose="020F0502020204030204" pitchFamily="34" charset="0"/>
                <a:cs typeface="Times New Roman" panose="02020603050405020304" pitchFamily="18" charset="0"/>
                <a:hlinkClick r:id="rId3"/>
              </a:rPr>
              <a:t>https://learn.microsoft.com/en-us/dotnet/ai/quickstarts/build-mcp-server</a:t>
            </a:r>
            <a:endParaRPr lang="en-US" b="1" kern="100" dirty="0">
              <a:solidFill>
                <a:srgbClr val="FFFFFF"/>
              </a:solidFill>
              <a:ea typeface="Calibri" panose="020F0502020204030204" pitchFamily="34" charset="0"/>
              <a:cs typeface="Times New Roman" panose="02020603050405020304" pitchFamily="18" charset="0"/>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Show the template in the Visual Studio</a:t>
            </a: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MCP Server config JSON file – dotnet command</a:t>
            </a:r>
            <a:endParaRPr lang="en-RO"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b="1" kern="100" dirty="0">
                <a:solidFill>
                  <a:srgbClr val="FFFFFF"/>
                </a:solidFill>
                <a:ea typeface="Calibri" panose="020F0502020204030204" pitchFamily="34" charset="0"/>
                <a:cs typeface="Times New Roman" panose="02020603050405020304" pitchFamily="18" charset="0"/>
              </a:rPr>
              <a:t>Import </a:t>
            </a:r>
            <a:r>
              <a:rPr lang="en-US" b="1" kern="100" dirty="0" err="1">
                <a:solidFill>
                  <a:srgbClr val="FFFFFF"/>
                </a:solidFill>
                <a:ea typeface="Calibri" panose="020F0502020204030204" pitchFamily="34" charset="0"/>
                <a:cs typeface="Times New Roman" panose="02020603050405020304" pitchFamily="18" charset="0"/>
              </a:rPr>
              <a:t>LocalTime</a:t>
            </a:r>
            <a:r>
              <a:rPr lang="en-US" b="1" kern="100" dirty="0">
                <a:solidFill>
                  <a:srgbClr val="FFFFFF"/>
                </a:solidFill>
                <a:ea typeface="Calibri" panose="020F0502020204030204" pitchFamily="34" charset="0"/>
                <a:cs typeface="Times New Roman" panose="02020603050405020304" pitchFamily="18" charset="0"/>
              </a:rPr>
              <a:t> MCP server</a:t>
            </a:r>
            <a:br>
              <a:rPr lang="en-US" b="1" kern="100" dirty="0">
                <a:solidFill>
                  <a:srgbClr val="FFFFFF"/>
                </a:solidFill>
                <a:ea typeface="Calibri" panose="020F0502020204030204" pitchFamily="34" charset="0"/>
                <a:cs typeface="Times New Roman" panose="02020603050405020304" pitchFamily="18" charset="0"/>
              </a:rPr>
            </a:br>
            <a:endParaRPr lang="en-RO" b="1" kern="100" dirty="0">
              <a:effectLst/>
              <a:ea typeface="Calibri" panose="020F0502020204030204" pitchFamily="34" charset="0"/>
              <a:cs typeface="Times New Roman" panose="02020603050405020304" pitchFamily="18" charset="0"/>
            </a:endParaRPr>
          </a:p>
        </p:txBody>
      </p:sp>
      <p:sp>
        <p:nvSpPr>
          <p:cNvPr id="5" name="Insert chapter name">
            <a:extLst>
              <a:ext uri="{FF2B5EF4-FFF2-40B4-BE49-F238E27FC236}">
                <a16:creationId xmlns:a16="http://schemas.microsoft.com/office/drawing/2014/main" id="{348DEB80-A8AF-0986-3E5B-296C7672713B}"/>
              </a:ext>
            </a:extLst>
          </p:cNvPr>
          <p:cNvSpPr>
            <a:spLocks noGrp="1"/>
          </p:cNvSpPr>
          <p:nvPr>
            <p:ph type="body" sz="quarter" idx="21"/>
          </p:nvPr>
        </p:nvSpPr>
        <p:spPr>
          <a:xfrm>
            <a:off x="609599" y="207805"/>
            <a:ext cx="798577" cy="340835"/>
          </a:xfrm>
          <a:prstGeom prst="roundRect">
            <a:avLst>
              <a:gd name="adj" fmla="val 50000"/>
            </a:avLst>
          </a:prstGeom>
        </p:spPr>
        <p:txBody>
          <a:bodyPr>
            <a:normAutofit fontScale="92500" lnSpcReduction="20000"/>
          </a:bodyPr>
          <a:lstStyle/>
          <a:p>
            <a:r>
              <a:rPr lang="en-US" dirty="0"/>
              <a:t>Demo</a:t>
            </a:r>
            <a:endParaRPr dirty="0"/>
          </a:p>
        </p:txBody>
      </p:sp>
    </p:spTree>
    <p:extLst>
      <p:ext uri="{BB962C8B-B14F-4D97-AF65-F5344CB8AC3E}">
        <p14:creationId xmlns:p14="http://schemas.microsoft.com/office/powerpoint/2010/main" val="3932273634"/>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9D9EC-0DF9-3B91-1788-A679D238BDEC}"/>
            </a:ext>
          </a:extLst>
        </p:cNvPr>
        <p:cNvGrpSpPr/>
        <p:nvPr/>
      </p:nvGrpSpPr>
      <p:grpSpPr>
        <a:xfrm>
          <a:off x="0" y="0"/>
          <a:ext cx="0" cy="0"/>
          <a:chOff x="0" y="0"/>
          <a:chExt cx="0" cy="0"/>
        </a:xfrm>
      </p:grpSpPr>
      <p:sp>
        <p:nvSpPr>
          <p:cNvPr id="479" name="Slide Number">
            <a:extLst>
              <a:ext uri="{FF2B5EF4-FFF2-40B4-BE49-F238E27FC236}">
                <a16:creationId xmlns:a16="http://schemas.microsoft.com/office/drawing/2014/main" id="{31B64AE7-BCB8-EBDF-7736-60C9287E064F}"/>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18</a:t>
            </a:fld>
            <a:endParaRPr dirty="0"/>
          </a:p>
        </p:txBody>
      </p:sp>
      <p:sp>
        <p:nvSpPr>
          <p:cNvPr id="480" name="Insert long title here">
            <a:extLst>
              <a:ext uri="{FF2B5EF4-FFF2-40B4-BE49-F238E27FC236}">
                <a16:creationId xmlns:a16="http://schemas.microsoft.com/office/drawing/2014/main" id="{4EF13A43-8C89-19F6-9925-321ED7F35DD9}"/>
              </a:ext>
            </a:extLst>
          </p:cNvPr>
          <p:cNvSpPr txBox="1"/>
          <p:nvPr/>
        </p:nvSpPr>
        <p:spPr>
          <a:xfrm>
            <a:off x="614427" y="1622830"/>
            <a:ext cx="22545546" cy="14773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80000"/>
              </a:lnSpc>
              <a:spcBef>
                <a:spcPts val="0"/>
              </a:spcBef>
              <a:defRPr sz="9600">
                <a:solidFill>
                  <a:srgbClr val="FFFFFF"/>
                </a:solidFill>
                <a:latin typeface="+mj-lt"/>
                <a:ea typeface="+mj-ea"/>
                <a:cs typeface="+mj-cs"/>
                <a:sym typeface="Poppins Medium"/>
              </a:defRPr>
            </a:lvl1pPr>
          </a:lstStyle>
          <a:p>
            <a:pPr>
              <a:lnSpc>
                <a:spcPct val="100000"/>
              </a:lnSpc>
            </a:pPr>
            <a:r>
              <a:rPr lang="en-GB" dirty="0"/>
              <a:t>Demo 3</a:t>
            </a:r>
            <a:endParaRPr lang="en-GB" dirty="0">
              <a:solidFill>
                <a:srgbClr val="FF4230"/>
              </a:solidFill>
            </a:endParaRPr>
          </a:p>
        </p:txBody>
      </p:sp>
      <p:sp>
        <p:nvSpPr>
          <p:cNvPr id="2"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6CACCFAB-D693-6CC9-FF4F-EFC222924545}"/>
              </a:ext>
            </a:extLst>
          </p:cNvPr>
          <p:cNvSpPr txBox="1"/>
          <p:nvPr/>
        </p:nvSpPr>
        <p:spPr>
          <a:xfrm>
            <a:off x="636201" y="3975100"/>
            <a:ext cx="13371899" cy="194412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r>
              <a:rPr lang="en-US" dirty="0">
                <a:solidFill>
                  <a:srgbClr val="FFFFFF"/>
                </a:solidFill>
              </a:rPr>
              <a:t>Create a simple .NET MCP server that manipulates the files on the local machine time</a:t>
            </a:r>
            <a:endParaRPr lang="en-RO" dirty="0">
              <a:solidFill>
                <a:srgbClr val="FFFFFF"/>
              </a:solidFill>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Code walkthrough</a:t>
            </a: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Import LocalFile MCP server</a:t>
            </a:r>
            <a:br>
              <a:rPr lang="en-US" b="1" kern="100" dirty="0">
                <a:solidFill>
                  <a:srgbClr val="FFFFFF"/>
                </a:solidFill>
                <a:ea typeface="Calibri" panose="020F0502020204030204" pitchFamily="34" charset="0"/>
                <a:cs typeface="Times New Roman" panose="02020603050405020304" pitchFamily="18" charset="0"/>
              </a:rPr>
            </a:br>
            <a:endParaRPr lang="en-RO" b="1" kern="100" dirty="0">
              <a:effectLst/>
              <a:ea typeface="Calibri" panose="020F0502020204030204" pitchFamily="34" charset="0"/>
              <a:cs typeface="Times New Roman" panose="02020603050405020304" pitchFamily="18" charset="0"/>
            </a:endParaRPr>
          </a:p>
        </p:txBody>
      </p:sp>
      <p:sp>
        <p:nvSpPr>
          <p:cNvPr id="5" name="Insert chapter name">
            <a:extLst>
              <a:ext uri="{FF2B5EF4-FFF2-40B4-BE49-F238E27FC236}">
                <a16:creationId xmlns:a16="http://schemas.microsoft.com/office/drawing/2014/main" id="{3CD5E1D3-E6E1-709A-66F2-1AC33490D3F0}"/>
              </a:ext>
            </a:extLst>
          </p:cNvPr>
          <p:cNvSpPr>
            <a:spLocks noGrp="1"/>
          </p:cNvSpPr>
          <p:nvPr>
            <p:ph type="body" sz="quarter" idx="21"/>
          </p:nvPr>
        </p:nvSpPr>
        <p:spPr>
          <a:xfrm>
            <a:off x="609599" y="207805"/>
            <a:ext cx="798577" cy="340835"/>
          </a:xfrm>
          <a:prstGeom prst="roundRect">
            <a:avLst>
              <a:gd name="adj" fmla="val 50000"/>
            </a:avLst>
          </a:prstGeom>
        </p:spPr>
        <p:txBody>
          <a:bodyPr>
            <a:normAutofit fontScale="92500" lnSpcReduction="20000"/>
          </a:bodyPr>
          <a:lstStyle/>
          <a:p>
            <a:r>
              <a:rPr lang="en-US" dirty="0"/>
              <a:t>Demo</a:t>
            </a:r>
            <a:endParaRPr dirty="0"/>
          </a:p>
        </p:txBody>
      </p:sp>
    </p:spTree>
    <p:extLst>
      <p:ext uri="{BB962C8B-B14F-4D97-AF65-F5344CB8AC3E}">
        <p14:creationId xmlns:p14="http://schemas.microsoft.com/office/powerpoint/2010/main" val="531047427"/>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C4BBE9-AD55-9BC1-FB7B-6C971701B77C}"/>
            </a:ext>
          </a:extLst>
        </p:cNvPr>
        <p:cNvGrpSpPr/>
        <p:nvPr/>
      </p:nvGrpSpPr>
      <p:grpSpPr>
        <a:xfrm>
          <a:off x="0" y="0"/>
          <a:ext cx="0" cy="0"/>
          <a:chOff x="0" y="0"/>
          <a:chExt cx="0" cy="0"/>
        </a:xfrm>
      </p:grpSpPr>
      <p:sp>
        <p:nvSpPr>
          <p:cNvPr id="479" name="Slide Number">
            <a:extLst>
              <a:ext uri="{FF2B5EF4-FFF2-40B4-BE49-F238E27FC236}">
                <a16:creationId xmlns:a16="http://schemas.microsoft.com/office/drawing/2014/main" id="{4754CA08-0C83-5711-0056-3F2D50CFCDA4}"/>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19</a:t>
            </a:fld>
            <a:endParaRPr dirty="0"/>
          </a:p>
        </p:txBody>
      </p:sp>
      <p:sp>
        <p:nvSpPr>
          <p:cNvPr id="480" name="Insert long title here">
            <a:extLst>
              <a:ext uri="{FF2B5EF4-FFF2-40B4-BE49-F238E27FC236}">
                <a16:creationId xmlns:a16="http://schemas.microsoft.com/office/drawing/2014/main" id="{40C09AEF-1660-C1BD-733C-FB615724DAEC}"/>
              </a:ext>
            </a:extLst>
          </p:cNvPr>
          <p:cNvSpPr txBox="1"/>
          <p:nvPr/>
        </p:nvSpPr>
        <p:spPr>
          <a:xfrm>
            <a:off x="614427" y="1622830"/>
            <a:ext cx="22545546" cy="14773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80000"/>
              </a:lnSpc>
              <a:spcBef>
                <a:spcPts val="0"/>
              </a:spcBef>
              <a:defRPr sz="9600">
                <a:solidFill>
                  <a:srgbClr val="FFFFFF"/>
                </a:solidFill>
                <a:latin typeface="+mj-lt"/>
                <a:ea typeface="+mj-ea"/>
                <a:cs typeface="+mj-cs"/>
                <a:sym typeface="Poppins Medium"/>
              </a:defRPr>
            </a:lvl1pPr>
          </a:lstStyle>
          <a:p>
            <a:pPr>
              <a:lnSpc>
                <a:spcPct val="100000"/>
              </a:lnSpc>
            </a:pPr>
            <a:r>
              <a:rPr lang="en-GB" dirty="0"/>
              <a:t>Demo 4</a:t>
            </a:r>
            <a:endParaRPr lang="en-GB" dirty="0">
              <a:solidFill>
                <a:srgbClr val="FF4230"/>
              </a:solidFill>
            </a:endParaRPr>
          </a:p>
        </p:txBody>
      </p:sp>
      <p:sp>
        <p:nvSpPr>
          <p:cNvPr id="2"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2295DE14-2207-06C1-4C2A-A88EDC6B2641}"/>
              </a:ext>
            </a:extLst>
          </p:cNvPr>
          <p:cNvSpPr txBox="1"/>
          <p:nvPr/>
        </p:nvSpPr>
        <p:spPr>
          <a:xfrm>
            <a:off x="636201" y="3975100"/>
            <a:ext cx="13371899" cy="306750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r>
              <a:rPr lang="en-US" dirty="0">
                <a:solidFill>
                  <a:srgbClr val="FFFFFF"/>
                </a:solidFill>
              </a:rPr>
              <a:t>Create a .NET MCP server that uses our application</a:t>
            </a:r>
            <a:endParaRPr lang="en-RO" dirty="0">
              <a:solidFill>
                <a:srgbClr val="FFFFFF"/>
              </a:solidFill>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Application walkthrough</a:t>
            </a: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Code walkthrough</a:t>
            </a: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Import LocalFile MCP server</a:t>
            </a: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Import one more MCP server and see how these 2 are working together</a:t>
            </a:r>
            <a:br>
              <a:rPr lang="en-US" b="1" kern="100" dirty="0">
                <a:solidFill>
                  <a:srgbClr val="FFFFFF"/>
                </a:solidFill>
                <a:ea typeface="Calibri" panose="020F0502020204030204" pitchFamily="34" charset="0"/>
                <a:cs typeface="Times New Roman" panose="02020603050405020304" pitchFamily="18" charset="0"/>
              </a:rPr>
            </a:br>
            <a:endParaRPr lang="en-RO" b="1" kern="100" dirty="0">
              <a:effectLst/>
              <a:ea typeface="Calibri" panose="020F0502020204030204" pitchFamily="34" charset="0"/>
              <a:cs typeface="Times New Roman" panose="02020603050405020304" pitchFamily="18" charset="0"/>
            </a:endParaRPr>
          </a:p>
        </p:txBody>
      </p:sp>
      <p:sp>
        <p:nvSpPr>
          <p:cNvPr id="5" name="Insert chapter name">
            <a:extLst>
              <a:ext uri="{FF2B5EF4-FFF2-40B4-BE49-F238E27FC236}">
                <a16:creationId xmlns:a16="http://schemas.microsoft.com/office/drawing/2014/main" id="{E444F7DE-8674-EE68-3EA3-B37EC6E69BA6}"/>
              </a:ext>
            </a:extLst>
          </p:cNvPr>
          <p:cNvSpPr>
            <a:spLocks noGrp="1"/>
          </p:cNvSpPr>
          <p:nvPr>
            <p:ph type="body" sz="quarter" idx="21"/>
          </p:nvPr>
        </p:nvSpPr>
        <p:spPr>
          <a:xfrm>
            <a:off x="609599" y="207805"/>
            <a:ext cx="798577" cy="340835"/>
          </a:xfrm>
          <a:prstGeom prst="roundRect">
            <a:avLst>
              <a:gd name="adj" fmla="val 50000"/>
            </a:avLst>
          </a:prstGeom>
        </p:spPr>
        <p:txBody>
          <a:bodyPr>
            <a:normAutofit fontScale="92500" lnSpcReduction="20000"/>
          </a:bodyPr>
          <a:lstStyle/>
          <a:p>
            <a:r>
              <a:rPr lang="en-US" dirty="0"/>
              <a:t>Demo</a:t>
            </a:r>
            <a:endParaRPr dirty="0"/>
          </a:p>
        </p:txBody>
      </p:sp>
      <p:pic>
        <p:nvPicPr>
          <p:cNvPr id="4" name="Picture 3">
            <a:extLst>
              <a:ext uri="{FF2B5EF4-FFF2-40B4-BE49-F238E27FC236}">
                <a16:creationId xmlns:a16="http://schemas.microsoft.com/office/drawing/2014/main" id="{C48BAD2E-5159-4F79-6021-F41F7EDED64D}"/>
              </a:ext>
            </a:extLst>
          </p:cNvPr>
          <p:cNvPicPr>
            <a:picLocks noChangeAspect="1"/>
          </p:cNvPicPr>
          <p:nvPr/>
        </p:nvPicPr>
        <p:blipFill>
          <a:blip r:embed="rId3"/>
          <a:stretch>
            <a:fillRect/>
          </a:stretch>
        </p:blipFill>
        <p:spPr>
          <a:xfrm>
            <a:off x="5207385" y="6914590"/>
            <a:ext cx="14073858" cy="5943600"/>
          </a:xfrm>
          <a:prstGeom prst="rect">
            <a:avLst/>
          </a:prstGeom>
        </p:spPr>
      </p:pic>
    </p:spTree>
    <p:extLst>
      <p:ext uri="{BB962C8B-B14F-4D97-AF65-F5344CB8AC3E}">
        <p14:creationId xmlns:p14="http://schemas.microsoft.com/office/powerpoint/2010/main" val="764371807"/>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E8CCA-6439-2091-8154-68FD75AC0C0F}"/>
            </a:ext>
          </a:extLst>
        </p:cNvPr>
        <p:cNvGrpSpPr/>
        <p:nvPr/>
      </p:nvGrpSpPr>
      <p:grpSpPr>
        <a:xfrm>
          <a:off x="0" y="0"/>
          <a:ext cx="0" cy="0"/>
          <a:chOff x="0" y="0"/>
          <a:chExt cx="0" cy="0"/>
        </a:xfrm>
      </p:grpSpPr>
      <p:sp>
        <p:nvSpPr>
          <p:cNvPr id="479" name="Slide Number">
            <a:extLst>
              <a:ext uri="{FF2B5EF4-FFF2-40B4-BE49-F238E27FC236}">
                <a16:creationId xmlns:a16="http://schemas.microsoft.com/office/drawing/2014/main" id="{0DD3FB85-C1D8-B090-93D7-F28E4E18C13C}"/>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20</a:t>
            </a:fld>
            <a:endParaRPr dirty="0"/>
          </a:p>
        </p:txBody>
      </p:sp>
      <p:sp>
        <p:nvSpPr>
          <p:cNvPr id="480" name="Insert long title here">
            <a:extLst>
              <a:ext uri="{FF2B5EF4-FFF2-40B4-BE49-F238E27FC236}">
                <a16:creationId xmlns:a16="http://schemas.microsoft.com/office/drawing/2014/main" id="{5775B7BD-E6FB-D511-FE4F-F8E31AD007A9}"/>
              </a:ext>
            </a:extLst>
          </p:cNvPr>
          <p:cNvSpPr txBox="1"/>
          <p:nvPr/>
        </p:nvSpPr>
        <p:spPr>
          <a:xfrm>
            <a:off x="614427" y="1622830"/>
            <a:ext cx="22545546" cy="14773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80000"/>
              </a:lnSpc>
              <a:spcBef>
                <a:spcPts val="0"/>
              </a:spcBef>
              <a:defRPr sz="9600">
                <a:solidFill>
                  <a:srgbClr val="FFFFFF"/>
                </a:solidFill>
                <a:latin typeface="+mj-lt"/>
                <a:ea typeface="+mj-ea"/>
                <a:cs typeface="+mj-cs"/>
                <a:sym typeface="Poppins Medium"/>
              </a:defRPr>
            </a:lvl1pPr>
          </a:lstStyle>
          <a:p>
            <a:pPr>
              <a:lnSpc>
                <a:spcPct val="100000"/>
              </a:lnSpc>
            </a:pPr>
            <a:r>
              <a:rPr lang="en-GB" dirty="0"/>
              <a:t>Resources</a:t>
            </a:r>
            <a:endParaRPr lang="en-GB" dirty="0">
              <a:solidFill>
                <a:srgbClr val="FF4230"/>
              </a:solidFill>
            </a:endParaRPr>
          </a:p>
        </p:txBody>
      </p:sp>
      <p:sp>
        <p:nvSpPr>
          <p:cNvPr id="2"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66912A71-6C01-9ABD-37D7-071D2A230BD3}"/>
              </a:ext>
            </a:extLst>
          </p:cNvPr>
          <p:cNvSpPr txBox="1"/>
          <p:nvPr/>
        </p:nvSpPr>
        <p:spPr>
          <a:xfrm>
            <a:off x="636201" y="3975100"/>
            <a:ext cx="13371899" cy="306750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Official MCP documentation: </a:t>
            </a:r>
            <a:r>
              <a:rPr lang="en-US" b="1" kern="100" dirty="0">
                <a:solidFill>
                  <a:srgbClr val="FFFFFF"/>
                </a:solidFill>
                <a:ea typeface="Calibri" panose="020F0502020204030204" pitchFamily="34" charset="0"/>
                <a:cs typeface="Times New Roman" panose="02020603050405020304" pitchFamily="18" charset="0"/>
                <a:hlinkClick r:id="rId3"/>
              </a:rPr>
              <a:t>https://modelcontextprotocol.io/docs/getting-started/intro</a:t>
            </a:r>
            <a:endParaRPr lang="en-US" b="1" kern="100" dirty="0">
              <a:solidFill>
                <a:srgbClr val="FFFFFF"/>
              </a:solidFill>
              <a:ea typeface="Calibri" panose="020F0502020204030204" pitchFamily="34" charset="0"/>
              <a:cs typeface="Times New Roman" panose="02020603050405020304" pitchFamily="18" charset="0"/>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MCP Implementation: </a:t>
            </a:r>
            <a:r>
              <a:rPr lang="en-US" b="1" kern="100" dirty="0">
                <a:solidFill>
                  <a:srgbClr val="FFFFFF"/>
                </a:solidFill>
                <a:ea typeface="Calibri" panose="020F0502020204030204" pitchFamily="34" charset="0"/>
                <a:cs typeface="Times New Roman" panose="02020603050405020304" pitchFamily="18" charset="0"/>
                <a:hlinkClick r:id="rId4"/>
              </a:rPr>
              <a:t>https://github.com/modelcontextprotocol</a:t>
            </a:r>
            <a:endParaRPr lang="en-US" b="1" kern="100" dirty="0">
              <a:solidFill>
                <a:srgbClr val="FFFFFF"/>
              </a:solidFill>
              <a:ea typeface="Calibri" panose="020F0502020204030204" pitchFamily="34" charset="0"/>
              <a:cs typeface="Times New Roman" panose="02020603050405020304" pitchFamily="18" charset="0"/>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MCP Servers: </a:t>
            </a:r>
            <a:r>
              <a:rPr lang="en-US" b="1" kern="100" dirty="0">
                <a:solidFill>
                  <a:srgbClr val="FFFFFF"/>
                </a:solidFill>
                <a:ea typeface="Calibri" panose="020F0502020204030204" pitchFamily="34" charset="0"/>
                <a:cs typeface="Times New Roman" panose="02020603050405020304" pitchFamily="18" charset="0"/>
                <a:hlinkClick r:id="rId5"/>
              </a:rPr>
              <a:t>https://github.com/modelcontextprotocol/servers</a:t>
            </a:r>
            <a:r>
              <a:rPr lang="en-US" b="1" kern="100" dirty="0">
                <a:solidFill>
                  <a:srgbClr val="FFFFFF"/>
                </a:solidFill>
                <a:ea typeface="Calibri" panose="020F0502020204030204" pitchFamily="34" charset="0"/>
                <a:cs typeface="Times New Roman" panose="02020603050405020304" pitchFamily="18" charset="0"/>
              </a:rPr>
              <a:t> or </a:t>
            </a:r>
            <a:r>
              <a:rPr lang="en-US" b="1" kern="100" dirty="0">
                <a:solidFill>
                  <a:srgbClr val="FFFFFF"/>
                </a:solidFill>
                <a:ea typeface="Calibri" panose="020F0502020204030204" pitchFamily="34" charset="0"/>
                <a:cs typeface="Times New Roman" panose="02020603050405020304" pitchFamily="18" charset="0"/>
                <a:hlinkClick r:id="rId6"/>
              </a:rPr>
              <a:t>https://mcp.so/servers</a:t>
            </a:r>
            <a:endParaRPr lang="en-US" b="1" kern="100" dirty="0">
              <a:solidFill>
                <a:srgbClr val="FFFFFF"/>
              </a:solidFill>
              <a:ea typeface="Calibri" panose="020F0502020204030204" pitchFamily="34" charset="0"/>
              <a:cs typeface="Times New Roman" panose="02020603050405020304" pitchFamily="18" charset="0"/>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MCP Clients: </a:t>
            </a:r>
            <a:r>
              <a:rPr lang="en-US" b="1" kern="100" dirty="0">
                <a:solidFill>
                  <a:srgbClr val="FFFFFF"/>
                </a:solidFill>
                <a:ea typeface="Calibri" panose="020F0502020204030204" pitchFamily="34" charset="0"/>
                <a:cs typeface="Times New Roman" panose="02020603050405020304" pitchFamily="18" charset="0"/>
                <a:hlinkClick r:id="rId7"/>
              </a:rPr>
              <a:t>https://mcp.so/clients</a:t>
            </a:r>
            <a:endParaRPr lang="en-US" b="1" kern="100" dirty="0">
              <a:solidFill>
                <a:srgbClr val="FFFFFF"/>
              </a:solidFill>
              <a:ea typeface="Calibri" panose="020F0502020204030204" pitchFamily="34" charset="0"/>
              <a:cs typeface="Times New Roman" panose="02020603050405020304" pitchFamily="18" charset="0"/>
            </a:endParaRPr>
          </a:p>
          <a:p>
            <a:pPr marL="360000" indent="-360000">
              <a:buClr>
                <a:srgbClr val="FF4230"/>
              </a:buClr>
              <a:buFont typeface="+mj-lt"/>
              <a:buAutoNum type="arabicPeriod"/>
            </a:pPr>
            <a:r>
              <a:rPr lang="en-US" b="1" kern="100" dirty="0">
                <a:solidFill>
                  <a:srgbClr val="FFFFFF"/>
                </a:solidFill>
                <a:ea typeface="Calibri" panose="020F0502020204030204" pitchFamily="34" charset="0"/>
                <a:cs typeface="Times New Roman" panose="02020603050405020304" pitchFamily="18" charset="0"/>
              </a:rPr>
              <a:t>MCP </a:t>
            </a:r>
            <a:r>
              <a:rPr lang="en-US" b="1" kern="100" dirty="0" err="1">
                <a:solidFill>
                  <a:srgbClr val="FFFFFF"/>
                </a:solidFill>
                <a:ea typeface="Calibri" panose="020F0502020204030204" pitchFamily="34" charset="0"/>
                <a:cs typeface="Times New Roman" panose="02020603050405020304" pitchFamily="18" charset="0"/>
              </a:rPr>
              <a:t>Csharp</a:t>
            </a:r>
            <a:r>
              <a:rPr lang="en-US" b="1" kern="100" dirty="0">
                <a:solidFill>
                  <a:srgbClr val="FFFFFF"/>
                </a:solidFill>
                <a:ea typeface="Calibri" panose="020F0502020204030204" pitchFamily="34" charset="0"/>
                <a:cs typeface="Times New Roman" panose="02020603050405020304" pitchFamily="18" charset="0"/>
              </a:rPr>
              <a:t> SDK: </a:t>
            </a:r>
            <a:r>
              <a:rPr lang="en-US" b="1" kern="100" dirty="0">
                <a:solidFill>
                  <a:srgbClr val="FFFFFF"/>
                </a:solidFill>
                <a:ea typeface="Calibri" panose="020F0502020204030204" pitchFamily="34" charset="0"/>
                <a:cs typeface="Times New Roman" panose="02020603050405020304" pitchFamily="18" charset="0"/>
                <a:hlinkClick r:id="rId8"/>
              </a:rPr>
              <a:t>https://github.com/modelcontextprotocol/csharp-sdk</a:t>
            </a:r>
            <a:br>
              <a:rPr lang="en-US" b="1" kern="100" dirty="0">
                <a:solidFill>
                  <a:srgbClr val="FFFFFF"/>
                </a:solidFill>
                <a:ea typeface="Calibri" panose="020F0502020204030204" pitchFamily="34" charset="0"/>
                <a:cs typeface="Times New Roman" panose="02020603050405020304" pitchFamily="18" charset="0"/>
              </a:rPr>
            </a:br>
            <a:endParaRPr lang="en-RO" b="1" kern="100" dirty="0">
              <a:effectLst/>
              <a:ea typeface="Calibri" panose="020F0502020204030204" pitchFamily="34" charset="0"/>
              <a:cs typeface="Times New Roman" panose="02020603050405020304" pitchFamily="18" charset="0"/>
            </a:endParaRPr>
          </a:p>
        </p:txBody>
      </p:sp>
      <p:sp>
        <p:nvSpPr>
          <p:cNvPr id="5" name="Insert chapter name">
            <a:extLst>
              <a:ext uri="{FF2B5EF4-FFF2-40B4-BE49-F238E27FC236}">
                <a16:creationId xmlns:a16="http://schemas.microsoft.com/office/drawing/2014/main" id="{49B7214D-7B1D-9C3D-992A-B8BFE86F152F}"/>
              </a:ext>
            </a:extLst>
          </p:cNvPr>
          <p:cNvSpPr>
            <a:spLocks noGrp="1"/>
          </p:cNvSpPr>
          <p:nvPr>
            <p:ph type="body" sz="quarter" idx="21"/>
          </p:nvPr>
        </p:nvSpPr>
        <p:spPr>
          <a:xfrm>
            <a:off x="609599" y="207805"/>
            <a:ext cx="597409" cy="340835"/>
          </a:xfrm>
          <a:prstGeom prst="roundRect">
            <a:avLst>
              <a:gd name="adj" fmla="val 50000"/>
            </a:avLst>
          </a:prstGeom>
        </p:spPr>
        <p:txBody>
          <a:bodyPr>
            <a:normAutofit fontScale="92500" lnSpcReduction="20000"/>
          </a:bodyPr>
          <a:lstStyle/>
          <a:p>
            <a:r>
              <a:rPr lang="en-US" dirty="0"/>
              <a:t>End</a:t>
            </a:r>
            <a:endParaRPr dirty="0"/>
          </a:p>
        </p:txBody>
      </p:sp>
    </p:spTree>
    <p:extLst>
      <p:ext uri="{BB962C8B-B14F-4D97-AF65-F5344CB8AC3E}">
        <p14:creationId xmlns:p14="http://schemas.microsoft.com/office/powerpoint/2010/main" val="1009364511"/>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9" name="Slide Number"/>
          <p:cNvSpPr txBox="1">
            <a:spLocks noGrp="1"/>
          </p:cNvSpPr>
          <p:nvPr>
            <p:ph type="sldNum" sz="quarter" idx="2"/>
          </p:nvPr>
        </p:nvSpPr>
        <p:spPr>
          <a:xfrm>
            <a:off x="23455770" y="13109106"/>
            <a:ext cx="322174" cy="297180"/>
          </a:xfrm>
          <a:prstGeom prst="rect">
            <a:avLst/>
          </a:prstGeom>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a:lstStyle/>
          <a:p>
            <a:fld id="{86CB4B4D-7CA3-9044-876B-883B54F8677D}" type="slidenum">
              <a:rPr/>
              <a:t>21</a:t>
            </a:fld>
            <a:endParaRPr/>
          </a:p>
        </p:txBody>
      </p:sp>
      <p:sp>
        <p:nvSpPr>
          <p:cNvPr id="1850" name="Thank you!"/>
          <p:cNvSpPr txBox="1"/>
          <p:nvPr/>
        </p:nvSpPr>
        <p:spPr>
          <a:xfrm>
            <a:off x="3240710" y="5802316"/>
            <a:ext cx="17902581" cy="1621597"/>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71437" tIns="71437" rIns="71437" bIns="71437">
            <a:spAutoFit/>
          </a:bodyPr>
          <a:lstStyle/>
          <a:p>
            <a:pPr algn="ctr" defTabSz="470262">
              <a:lnSpc>
                <a:spcPct val="100000"/>
              </a:lnSpc>
              <a:spcBef>
                <a:spcPts val="0"/>
              </a:spcBef>
              <a:defRPr sz="9600">
                <a:latin typeface="+mj-lt"/>
                <a:ea typeface="+mj-ea"/>
                <a:cs typeface="+mj-cs"/>
                <a:sym typeface="Poppins Medium"/>
              </a:defRPr>
            </a:pPr>
            <a:r>
              <a:rPr>
                <a:solidFill>
                  <a:srgbClr val="FFFFFF"/>
                </a:solidFill>
              </a:rPr>
              <a:t>Thank </a:t>
            </a:r>
            <a:r>
              <a:rPr>
                <a:solidFill>
                  <a:srgbClr val="FF5640"/>
                </a:solidFill>
              </a:rPr>
              <a:t>you</a:t>
            </a:r>
            <a:r>
              <a:rPr>
                <a:solidFill>
                  <a:srgbClr val="FFFFFF"/>
                </a:solidFill>
              </a:rPr>
              <a:t>!</a:t>
            </a:r>
          </a:p>
        </p:txBody>
      </p:sp>
    </p:spTree>
  </p:cSld>
  <p:clrMapOvr>
    <a:masterClrMapping/>
  </p:clrMapOvr>
  <p:transition spd="med"/>
</p:sld>
</file>

<file path=ppt/theme/theme1.xml><?xml version="1.0" encoding="utf-8"?>
<a:theme xmlns:a="http://schemas.openxmlformats.org/drawingml/2006/main" name="White">
  <a:themeElements>
    <a:clrScheme name="Endava 1">
      <a:dk1>
        <a:srgbClr val="122B38"/>
      </a:dk1>
      <a:lt1>
        <a:srgbClr val="FF422F"/>
      </a:lt1>
      <a:dk2>
        <a:srgbClr val="122B38"/>
      </a:dk2>
      <a:lt2>
        <a:srgbClr val="FEFFFF"/>
      </a:lt2>
      <a:accent1>
        <a:srgbClr val="00A859"/>
      </a:accent1>
      <a:accent2>
        <a:srgbClr val="3D9BC8"/>
      </a:accent2>
      <a:accent3>
        <a:srgbClr val="FF4231"/>
      </a:accent3>
      <a:accent4>
        <a:srgbClr val="DB7D00"/>
      </a:accent4>
      <a:accent5>
        <a:srgbClr val="8683C3"/>
      </a:accent5>
      <a:accent6>
        <a:srgbClr val="729A00"/>
      </a:accent6>
      <a:hlink>
        <a:srgbClr val="FF422F"/>
      </a:hlink>
      <a:folHlink>
        <a:srgbClr val="FF422F"/>
      </a:folHlink>
    </a:clrScheme>
    <a:fontScheme name="DavaSans">
      <a:majorFont>
        <a:latin typeface="Dava Sans Med"/>
        <a:ea typeface=""/>
        <a:cs typeface=""/>
      </a:majorFont>
      <a:minorFont>
        <a:latin typeface="Dava Sans"/>
        <a:ea typeface=""/>
        <a:cs typefac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noFill/>
          <a:miter lim="400000"/>
        </a:ln>
        <a:effectLst/>
        <a:sp3d/>
      </a:spPr>
      <a:bodyPr rot="0" spcFirstLastPara="1" vertOverflow="overflow" horzOverflow="overflow" vert="horz" wrap="square" lIns="0" tIns="0" rIns="0" bIns="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1600" b="0" i="0" u="none" strike="noStrike" cap="none" spc="0" normalizeH="0" baseline="0">
            <a:ln>
              <a:noFill/>
            </a:ln>
            <a:solidFill>
              <a:srgbClr val="192B37"/>
            </a:solidFill>
            <a:effectLst/>
            <a:uFillTx/>
            <a:latin typeface="+mn-lt"/>
            <a:ea typeface="+mn-ea"/>
            <a:cs typeface="+mn-cs"/>
            <a:sym typeface="Poppins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E5E5E"/>
      </a:dk2>
      <a:lt2>
        <a:srgbClr val="D5D5D5"/>
      </a:lt2>
      <a:accent1>
        <a:srgbClr val="00A2FF"/>
      </a:accent1>
      <a:accent2>
        <a:srgbClr val="16E7CF"/>
      </a:accent2>
      <a:accent3>
        <a:srgbClr val="61D836"/>
      </a:accent3>
      <a:accent4>
        <a:srgbClr val="FAE232"/>
      </a:accent4>
      <a:accent5>
        <a:srgbClr val="FF644E"/>
      </a:accent5>
      <a:accent6>
        <a:srgbClr val="EF5FA7"/>
      </a:accent6>
      <a:hlink>
        <a:srgbClr val="0000FF"/>
      </a:hlink>
      <a:folHlink>
        <a:srgbClr val="FF00FF"/>
      </a:folHlink>
    </a:clrScheme>
    <a:fontScheme name="White">
      <a:majorFont>
        <a:latin typeface="Poppins Medium"/>
        <a:ea typeface="Poppins Medium"/>
        <a:cs typeface="Poppins Medium"/>
      </a:majorFont>
      <a:minorFont>
        <a:latin typeface="Poppins Regular"/>
        <a:ea typeface="Poppins Regular"/>
        <a:cs typeface="Poppins Regular"/>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noFill/>
          <a:miter lim="400000"/>
        </a:ln>
        <a:effectLst/>
        <a:sp3d/>
      </a:spPr>
      <a:bodyPr rot="0" spcFirstLastPara="1" vertOverflow="overflow" horzOverflow="overflow" vert="horz" wrap="square" lIns="0" tIns="0" rIns="0" bIns="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1600" b="0" i="0" u="none" strike="noStrike" cap="none" spc="0" normalizeH="0" baseline="0">
            <a:ln>
              <a:noFill/>
            </a:ln>
            <a:solidFill>
              <a:srgbClr val="192B37"/>
            </a:solidFill>
            <a:effectLst/>
            <a:uFillTx/>
            <a:latin typeface="+mn-lt"/>
            <a:ea typeface="+mn-ea"/>
            <a:cs typeface="+mn-cs"/>
            <a:sym typeface="Poppins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2f16b87-0624-477d-ba0a-750d221ab23c">
      <Terms xmlns="http://schemas.microsoft.com/office/infopath/2007/PartnerControls"/>
    </lcf76f155ced4ddcb4097134ff3c332f>
    <TaxCatchAll xmlns="8168535b-5d60-42ad-a65e-bf2e941e3ec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60E1A3AB7BB67645ADF34C3F66D16019" ma:contentTypeVersion="11" ma:contentTypeDescription="Create a new document." ma:contentTypeScope="" ma:versionID="d5e8625edbf3cbe113aba52c19c8cb8b">
  <xsd:schema xmlns:xsd="http://www.w3.org/2001/XMLSchema" xmlns:xs="http://www.w3.org/2001/XMLSchema" xmlns:p="http://schemas.microsoft.com/office/2006/metadata/properties" xmlns:ns2="d2f16b87-0624-477d-ba0a-750d221ab23c" xmlns:ns3="8168535b-5d60-42ad-a65e-bf2e941e3ec4" targetNamespace="http://schemas.microsoft.com/office/2006/metadata/properties" ma:root="true" ma:fieldsID="9f08ffe739e095a277a850cd7ebfb897" ns2:_="" ns3:_="">
    <xsd:import namespace="d2f16b87-0624-477d-ba0a-750d221ab23c"/>
    <xsd:import namespace="8168535b-5d60-42ad-a65e-bf2e941e3ec4"/>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2f16b87-0624-477d-ba0a-750d221ab23c"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cda9fbb2-20ec-4b38-b475-624b7129167d"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68535b-5d60-42ad-a65e-bf2e941e3ec4"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cc2d09db-f028-4af3-897f-09bcaa6006ba}" ma:internalName="TaxCatchAll" ma:showField="CatchAllData" ma:web="8168535b-5d60-42ad-a65e-bf2e941e3ec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54546E5-6158-445B-86FA-D0CB17A6BF05}">
  <ds:schemaRefs>
    <ds:schemaRef ds:uri="http://schemas.microsoft.com/sharepoint/v3/contenttype/forms"/>
  </ds:schemaRefs>
</ds:datastoreItem>
</file>

<file path=customXml/itemProps2.xml><?xml version="1.0" encoding="utf-8"?>
<ds:datastoreItem xmlns:ds="http://schemas.openxmlformats.org/officeDocument/2006/customXml" ds:itemID="{2F3AC3B7-1DF3-4C6B-ACF9-D9E0163D9FAF}">
  <ds:schemaRefs>
    <ds:schemaRef ds:uri="http://schemas.microsoft.com/office/2006/metadata/properties"/>
    <ds:schemaRef ds:uri="http://schemas.microsoft.com/office/infopath/2007/PartnerControls"/>
    <ds:schemaRef ds:uri="d2f16b87-0624-477d-ba0a-750d221ab23c"/>
    <ds:schemaRef ds:uri="8168535b-5d60-42ad-a65e-bf2e941e3ec4"/>
  </ds:schemaRefs>
</ds:datastoreItem>
</file>

<file path=customXml/itemProps3.xml><?xml version="1.0" encoding="utf-8"?>
<ds:datastoreItem xmlns:ds="http://schemas.openxmlformats.org/officeDocument/2006/customXml" ds:itemID="{60816B88-42CF-496F-8F60-2F1DE784486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2f16b87-0624-477d-ba0a-750d221ab23c"/>
    <ds:schemaRef ds:uri="8168535b-5d60-42ad-a65e-bf2e941e3ec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21723</TotalTime>
  <Words>789</Words>
  <Application>Microsoft Office PowerPoint</Application>
  <PresentationFormat>Custom</PresentationFormat>
  <Paragraphs>136</Paragraphs>
  <Slides>21</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Calibri</vt:lpstr>
      <vt:lpstr>Dava Sans</vt:lpstr>
      <vt:lpstr>Dava Sans Med</vt:lpstr>
      <vt:lpstr>Arial</vt:lpstr>
      <vt:lpstr>White</vt:lpstr>
      <vt:lpstr>MCP in Action    Building Smarter AI-Driven Applications with LLMs and Agents.</vt:lpstr>
      <vt:lpstr>PowerPoint Presentation</vt:lpstr>
      <vt:lpstr>PowerPoint Presentation</vt:lpstr>
      <vt:lpstr>The History That Led to MCP</vt:lpstr>
      <vt:lpstr>PowerPoint Presentation</vt:lpstr>
      <vt:lpstr>PowerPoint Presentation</vt:lpstr>
      <vt:lpstr>PowerPoint Presentation</vt:lpstr>
      <vt:lpstr>PowerPoint Presentation</vt:lpstr>
      <vt:lpstr>PowerPoint Presentation</vt:lpstr>
      <vt:lpstr>PowerPoint Presentation</vt:lpstr>
      <vt:lpstr>Why MCP</vt:lpstr>
      <vt:lpstr>PowerPoint Presentation</vt:lpstr>
      <vt:lpstr>PowerPoint Presentation</vt:lpstr>
      <vt:lpstr>PowerPoint Presentation</vt:lpstr>
      <vt:lpstr>Demo</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Meto Trajkovski</dc:creator>
  <cp:lastModifiedBy>Meto Trajkovski</cp:lastModifiedBy>
  <cp:revision>17</cp:revision>
  <dcterms:modified xsi:type="dcterms:W3CDTF">2025-12-11T10:45:43Z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0x01010060E1A3AB7BB67645ADF34C3F66D16019</vt:lpwstr>
  </property>
</Properties>
</file>