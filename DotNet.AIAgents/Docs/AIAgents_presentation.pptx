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33"/>
  </p:notesMasterIdLst>
  <p:handoutMasterIdLst>
    <p:handoutMasterId r:id="rId34"/>
  </p:handoutMasterIdLst>
  <p:sldIdLst>
    <p:sldId id="259" r:id="rId5"/>
    <p:sldId id="270" r:id="rId6"/>
    <p:sldId id="265" r:id="rId7"/>
    <p:sldId id="267" r:id="rId8"/>
    <p:sldId id="377" r:id="rId9"/>
    <p:sldId id="394" r:id="rId10"/>
    <p:sldId id="395" r:id="rId11"/>
    <p:sldId id="396" r:id="rId12"/>
    <p:sldId id="399" r:id="rId13"/>
    <p:sldId id="398" r:id="rId14"/>
    <p:sldId id="400" r:id="rId15"/>
    <p:sldId id="401" r:id="rId16"/>
    <p:sldId id="402" r:id="rId17"/>
    <p:sldId id="375" r:id="rId18"/>
    <p:sldId id="385" r:id="rId19"/>
    <p:sldId id="403" r:id="rId20"/>
    <p:sldId id="404" r:id="rId21"/>
    <p:sldId id="405" r:id="rId22"/>
    <p:sldId id="376" r:id="rId23"/>
    <p:sldId id="389" r:id="rId24"/>
    <p:sldId id="390" r:id="rId25"/>
    <p:sldId id="391" r:id="rId26"/>
    <p:sldId id="392" r:id="rId27"/>
    <p:sldId id="406" r:id="rId28"/>
    <p:sldId id="407" r:id="rId29"/>
    <p:sldId id="408" r:id="rId30"/>
    <p:sldId id="393" r:id="rId31"/>
    <p:sldId id="357" r:id="rId32"/>
  </p:sldIdLst>
  <p:sldSz cx="24384000" cy="13716000"/>
  <p:notesSz cx="6858000" cy="9144000"/>
  <p:embeddedFontLst>
    <p:embeddedFont>
      <p:font typeface="Dava Sans" pitchFamily="2" charset="0"/>
      <p:regular r:id="rId35"/>
      <p:bold r:id="rId36"/>
      <p:italic r:id="rId37"/>
      <p:boldItalic r:id="rId38"/>
    </p:embeddedFont>
    <p:embeddedFont>
      <p:font typeface="Dava Sans Med" panose="020B0604020202020204" charset="0"/>
      <p:regular r:id="rId39"/>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1pPr>
    <a:lvl2pPr marL="0" marR="0" indent="2286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2pPr>
    <a:lvl3pPr marL="0" marR="0" indent="4572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3pPr>
    <a:lvl4pPr marL="0" marR="0" indent="6858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4pPr>
    <a:lvl5pPr marL="0" marR="0" indent="9144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5pPr>
    <a:lvl6pPr marL="0" marR="0" indent="11430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6pPr>
    <a:lvl7pPr marL="0" marR="0" indent="13716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7pPr>
    <a:lvl8pPr marL="0" marR="0" indent="16002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8pPr>
    <a:lvl9pPr marL="0" marR="0" indent="18288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9pPr>
  </p:defaultTextStyle>
  <p:extLst>
    <p:ext uri="{521415D9-36F7-43E2-AB2F-B90AF26B5E84}">
      <p14:sectionLst xmlns:p14="http://schemas.microsoft.com/office/powerpoint/2010/main">
        <p14:section name="Intro" id="{AC92700C-E569-4BE7-AD91-5B32A436A363}">
          <p14:sldIdLst>
            <p14:sldId id="259"/>
            <p14:sldId id="270"/>
            <p14:sldId id="265"/>
          </p14:sldIdLst>
        </p14:section>
        <p14:section name="The History that Led to Agentic Systems" id="{CF5A592E-2AB0-47D6-8B0A-6B941EFED2C7}">
          <p14:sldIdLst>
            <p14:sldId id="267"/>
            <p14:sldId id="377"/>
            <p14:sldId id="394"/>
            <p14:sldId id="395"/>
            <p14:sldId id="396"/>
            <p14:sldId id="399"/>
            <p14:sldId id="398"/>
            <p14:sldId id="400"/>
            <p14:sldId id="401"/>
            <p14:sldId id="402"/>
          </p14:sldIdLst>
        </p14:section>
        <p14:section name="Technologies for Building Agentic Systems" id="{B4235E48-15EF-46A7-B58C-3FAE5188633A}">
          <p14:sldIdLst>
            <p14:sldId id="375"/>
            <p14:sldId id="385"/>
            <p14:sldId id="403"/>
            <p14:sldId id="404"/>
            <p14:sldId id="405"/>
          </p14:sldIdLst>
        </p14:section>
        <p14:section name="Demos" id="{36A0A515-5D71-49C7-9A68-AC4888D86357}">
          <p14:sldIdLst>
            <p14:sldId id="376"/>
            <p14:sldId id="389"/>
            <p14:sldId id="390"/>
            <p14:sldId id="391"/>
            <p14:sldId id="392"/>
            <p14:sldId id="406"/>
            <p14:sldId id="407"/>
          </p14:sldIdLst>
        </p14:section>
        <p14:section name="End" id="{FDF25BCA-9E84-4071-8BA0-B94ABE55E87D}">
          <p14:sldIdLst>
            <p14:sldId id="408"/>
            <p14:sldId id="393"/>
            <p14:sldId id="357"/>
          </p14:sldIdLst>
        </p14:section>
      </p14:sectionLst>
    </p:ex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8087"/>
    <a:srgbClr val="BABFC3"/>
    <a:srgbClr val="FFFFFF"/>
    <a:srgbClr val="30404B"/>
    <a:srgbClr val="8C959B"/>
    <a:srgbClr val="D1D5D7"/>
    <a:srgbClr val="122B38"/>
    <a:srgbClr val="FF4230"/>
    <a:srgbClr val="FF56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Poppins Bold"/>
          <a:ea typeface="Poppins Bold"/>
          <a:cs typeface="Poppins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Poppins Bold"/>
          <a:ea typeface="Poppins Bold"/>
          <a:cs typeface="Poppins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Poppins Bold"/>
          <a:ea typeface="Poppins Bold"/>
          <a:cs typeface="Poppins Bold"/>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Ref idx="minor">
          <a:srgbClr val="000000"/>
        </a:fontRef>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n" i="off">
        <a:font>
          <a:latin typeface="Poppins Bold"/>
          <a:ea typeface="Poppins Bold"/>
          <a:cs typeface="Poppins Bold"/>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Poppins Bold"/>
          <a:ea typeface="Poppins Bold"/>
          <a:cs typeface="Poppins Bold"/>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Poppins Bold"/>
          <a:ea typeface="Poppins Bold"/>
          <a:cs typeface="Poppins Bold"/>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Poppins Bold"/>
          <a:ea typeface="Poppins Bold"/>
          <a:cs typeface="Poppins Bold"/>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45"/>
    <p:restoredTop sz="94640"/>
  </p:normalViewPr>
  <p:slideViewPr>
    <p:cSldViewPr snapToGrid="0">
      <p:cViewPr varScale="1">
        <p:scale>
          <a:sx n="53" d="100"/>
          <a:sy n="53" d="100"/>
        </p:scale>
        <p:origin x="1026" y="96"/>
      </p:cViewPr>
      <p:guideLst>
        <p:guide orient="horz" pos="4320"/>
        <p:guide pos="7680"/>
      </p:guideLst>
    </p:cSldViewPr>
  </p:slideViewPr>
  <p:notesTextViewPr>
    <p:cViewPr>
      <p:scale>
        <a:sx n="1" d="1"/>
        <a:sy n="1" d="1"/>
      </p:scale>
      <p:origin x="0" y="0"/>
    </p:cViewPr>
  </p:notesTextViewPr>
  <p:notesViewPr>
    <p:cSldViewPr snapToGrid="0">
      <p:cViewPr varScale="1">
        <p:scale>
          <a:sx n="168" d="100"/>
          <a:sy n="168" d="100"/>
        </p:scale>
        <p:origin x="5432"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5.fntdata"/><Relationship Id="rId21" Type="http://schemas.openxmlformats.org/officeDocument/2006/relationships/slide" Target="slides/slide17.xml"/><Relationship Id="rId34" Type="http://schemas.openxmlformats.org/officeDocument/2006/relationships/handoutMaster" Target="handoutMasters/handoutMaster1.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font" Target="fonts/font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E6D5C2-E810-C572-C13C-9D14F07696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O"/>
          </a:p>
        </p:txBody>
      </p:sp>
      <p:sp>
        <p:nvSpPr>
          <p:cNvPr id="3" name="Date Placeholder 2">
            <a:extLst>
              <a:ext uri="{FF2B5EF4-FFF2-40B4-BE49-F238E27FC236}">
                <a16:creationId xmlns:a16="http://schemas.microsoft.com/office/drawing/2014/main" id="{46FBF47C-D32B-CAA2-A5A4-50B6BEB4A9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B2A5286-0306-B143-BA49-3E397476CCE1}" type="datetimeFigureOut">
              <a:rPr lang="en-RO" smtClean="0"/>
              <a:t>02/03/2026</a:t>
            </a:fld>
            <a:endParaRPr lang="en-RO"/>
          </a:p>
        </p:txBody>
      </p:sp>
      <p:sp>
        <p:nvSpPr>
          <p:cNvPr id="4" name="Footer Placeholder 3">
            <a:extLst>
              <a:ext uri="{FF2B5EF4-FFF2-40B4-BE49-F238E27FC236}">
                <a16:creationId xmlns:a16="http://schemas.microsoft.com/office/drawing/2014/main" id="{4589B6D8-A221-B327-F05B-6C599FD2A0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RO"/>
          </a:p>
        </p:txBody>
      </p:sp>
      <p:sp>
        <p:nvSpPr>
          <p:cNvPr id="5" name="Slide Number Placeholder 4">
            <a:extLst>
              <a:ext uri="{FF2B5EF4-FFF2-40B4-BE49-F238E27FC236}">
                <a16:creationId xmlns:a16="http://schemas.microsoft.com/office/drawing/2014/main" id="{48D1AC45-1C47-9DDA-6253-17E727D225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6B202A-81CE-954E-9ACC-87922C02C77C}" type="slidenum">
              <a:rPr lang="en-RO" smtClean="0"/>
              <a:t>‹#›</a:t>
            </a:fld>
            <a:endParaRPr lang="en-RO"/>
          </a:p>
        </p:txBody>
      </p:sp>
    </p:spTree>
    <p:extLst>
      <p:ext uri="{BB962C8B-B14F-4D97-AF65-F5344CB8AC3E}">
        <p14:creationId xmlns:p14="http://schemas.microsoft.com/office/powerpoint/2010/main" val="18499555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8" name="Shape 178"/>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9" name="Shape 179"/>
          <p:cNvSpPr>
            <a:spLocks noGrp="1"/>
          </p:cNvSpPr>
          <p:nvPr>
            <p:ph type="body" sz="quarter" idx="1"/>
          </p:nvPr>
        </p:nvSpPr>
        <p:spPr>
          <a:xfrm>
            <a:off x="914400" y="4343400"/>
            <a:ext cx="5029200" cy="4114800"/>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Dava Sans" pitchFamily="2" charset="77"/>
        <a:ea typeface="+mn-ea"/>
        <a:cs typeface="+mn-cs"/>
        <a:sym typeface="Poppins Regular"/>
      </a:defRPr>
    </a:lvl1pPr>
    <a:lvl2pPr indent="228600" defTabSz="457200" latinLnBrk="0">
      <a:lnSpc>
        <a:spcPct val="117999"/>
      </a:lnSpc>
      <a:defRPr sz="2200">
        <a:latin typeface="+mn-lt"/>
        <a:ea typeface="+mn-ea"/>
        <a:cs typeface="+mn-cs"/>
        <a:sym typeface="Poppins Regular"/>
      </a:defRPr>
    </a:lvl2pPr>
    <a:lvl3pPr indent="457200" defTabSz="457200" latinLnBrk="0">
      <a:lnSpc>
        <a:spcPct val="117999"/>
      </a:lnSpc>
      <a:defRPr sz="2200">
        <a:latin typeface="+mn-lt"/>
        <a:ea typeface="+mn-ea"/>
        <a:cs typeface="+mn-cs"/>
        <a:sym typeface="Poppins Regular"/>
      </a:defRPr>
    </a:lvl3pPr>
    <a:lvl4pPr indent="685800" defTabSz="457200" latinLnBrk="0">
      <a:lnSpc>
        <a:spcPct val="117999"/>
      </a:lnSpc>
      <a:defRPr sz="2200">
        <a:latin typeface="+mn-lt"/>
        <a:ea typeface="+mn-ea"/>
        <a:cs typeface="+mn-cs"/>
        <a:sym typeface="Poppins Regular"/>
      </a:defRPr>
    </a:lvl4pPr>
    <a:lvl5pPr indent="914400" defTabSz="457200" latinLnBrk="0">
      <a:lnSpc>
        <a:spcPct val="117999"/>
      </a:lnSpc>
      <a:defRPr sz="2200">
        <a:latin typeface="+mn-lt"/>
        <a:ea typeface="+mn-ea"/>
        <a:cs typeface="+mn-cs"/>
        <a:sym typeface="Poppins Regular"/>
      </a:defRPr>
    </a:lvl5pPr>
    <a:lvl6pPr indent="1143000" defTabSz="457200" latinLnBrk="0">
      <a:lnSpc>
        <a:spcPct val="117999"/>
      </a:lnSpc>
      <a:defRPr sz="2200">
        <a:latin typeface="+mn-lt"/>
        <a:ea typeface="+mn-ea"/>
        <a:cs typeface="+mn-cs"/>
        <a:sym typeface="Poppins Regular"/>
      </a:defRPr>
    </a:lvl6pPr>
    <a:lvl7pPr indent="1371600" defTabSz="457200" latinLnBrk="0">
      <a:lnSpc>
        <a:spcPct val="117999"/>
      </a:lnSpc>
      <a:defRPr sz="2200">
        <a:latin typeface="+mn-lt"/>
        <a:ea typeface="+mn-ea"/>
        <a:cs typeface="+mn-cs"/>
        <a:sym typeface="Poppins Regular"/>
      </a:defRPr>
    </a:lvl7pPr>
    <a:lvl8pPr indent="1600200" defTabSz="457200" latinLnBrk="0">
      <a:lnSpc>
        <a:spcPct val="117999"/>
      </a:lnSpc>
      <a:defRPr sz="2200">
        <a:latin typeface="+mn-lt"/>
        <a:ea typeface="+mn-ea"/>
        <a:cs typeface="+mn-cs"/>
        <a:sym typeface="Poppins Regular"/>
      </a:defRPr>
    </a:lvl8pPr>
    <a:lvl9pPr indent="1828800" defTabSz="457200" latinLnBrk="0">
      <a:lnSpc>
        <a:spcPct val="117999"/>
      </a:lnSpc>
      <a:defRPr sz="2200">
        <a:latin typeface="+mn-lt"/>
        <a:ea typeface="+mn-ea"/>
        <a:cs typeface="+mn-cs"/>
        <a:sym typeface="Poppins Regular"/>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Shape 244"/>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45" name="Shape 245"/>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223C5-2298-D5AE-505D-E5A41AB58330}"/>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7FCAB5AA-9007-EFFF-CA66-39A9D12EACF9}"/>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551AAF09-8517-1B69-379A-2461863BDE5D}"/>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1170613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8D6C8-C9D6-1108-1920-2F258D442154}"/>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9E530B48-A3CD-1847-9085-750AFFE86C40}"/>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33D4AD99-F735-BEC4-0807-4D380FBF15F2}"/>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42154202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B6AAD-3A4E-8EC7-017C-C223DFB8618F}"/>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7AD91A7B-2136-520C-0E8E-7D3AF42A6680}"/>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1CDCBE96-1345-540B-903D-3823FD2FF483}"/>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473703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589C7-E9E4-A4C6-3C10-B5BF54A2D17C}"/>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488930DD-F980-34E2-4675-61778D5EC579}"/>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9A324039-37F1-E4FE-B279-7F9F4BD3197F}"/>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638358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8CA59-2D3A-B761-2741-26962C5ED914}"/>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C76E519B-4552-0F2E-0BC1-3DB17A4F2533}"/>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48E35B1E-0A0F-F7E0-2046-D565A74D26DE}"/>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3766905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53D8C-A9AF-279D-2842-425F903ECF76}"/>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4F8A3121-39DB-9FE7-307D-0FDB67C29678}"/>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9EDFC58E-0BC0-5BB9-8AE3-E034B8ECC323}"/>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391937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9C3FB-878E-4E43-3922-A42CF36320FF}"/>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57672792-01FD-7BCA-9AA6-498BB5FA6D8D}"/>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50D19ECE-6363-89F6-AA61-64EE38D03487}"/>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729159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9084C-7F7E-C9A2-9FDF-F79D67753969}"/>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0D9732F5-328A-A538-9220-25C9E746AFF6}"/>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0C941AD2-D606-E3E7-192B-683D38A115D7}"/>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474166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CADF8-48AA-56F6-69CE-9DBD26C71323}"/>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4CC93764-64E7-A077-5411-4FB10C6CE846}"/>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DA7ECFA8-4196-1E70-8551-19D352EAF161}"/>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11164675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04411-64C0-6735-2146-DE62FAAEDBC6}"/>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43F32F10-234E-DAA6-39DB-44B7311635B7}"/>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72A3A148-0CD0-1E6D-8564-1AD5B13FC44D}"/>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7704555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2C716-2DC7-EF39-2FDE-AE1E129DB898}"/>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A450B3DC-EE07-EA61-ADFB-B4E5220EFC8F}"/>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1D0CA3EE-1BC5-0238-9C55-DDD66FA3E50B}"/>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38502074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15A67-4464-F9B9-916B-C0171D3792F5}"/>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EF6281DA-0247-12DA-B82F-41C055C4430A}"/>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7B24DF72-F2EA-2060-EEED-E4D2E59FE372}"/>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32368132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D650C-014F-E822-7780-F136CD0708E8}"/>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8339E405-CF85-7AB7-85C4-4F7826409556}"/>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E11CEB5D-EE56-0864-8016-63A33F348584}"/>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30608699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73E18-4985-B6B5-F220-513DEF8D63EF}"/>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64F7A0E8-7C03-5BCC-ED46-8F9D96295E61}"/>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F84153CA-EC93-CC0A-7A6D-6EE256D99FFB}"/>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226256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8A9FE-C5BF-6E3A-2859-FDC2AFC50EBE}"/>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11A8BAE9-EF1B-8D13-CF9B-5139DB585D39}"/>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D917E295-26D8-D557-2193-2A23CABA3092}"/>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2162997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A845B-D79F-AB73-194E-FAD5A80CA892}"/>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7BAA596D-FBB1-EA37-C483-007591F59438}"/>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3E6BB555-4D70-0CA7-47B6-72ABF2AAC7DC}"/>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8934494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CBFBE-304D-BD72-F098-C07A31F5BFD1}"/>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E5830F74-D63A-D097-02E4-84685DFB452B}"/>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61A2A1D1-40F5-7AE7-24AA-6145756E6377}"/>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7758117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F3D90-9473-C107-690B-909F546947A5}"/>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6350DCAE-2DCE-AC38-3290-D560C3D0EAD4}"/>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A735BE20-3674-E3EE-1CA0-EC232E157687}"/>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16994537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A3FFC-869B-FC3E-6FDD-468A4C2761ED}"/>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DB9D77BD-6A91-E3D2-A6FE-BD0F98F269CE}"/>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6451A18A-FE3B-B677-BEC1-D45C06F354EB}"/>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7253279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8E95B-BA59-60DD-2884-587CEDA733A6}"/>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8CE9A874-B8D2-30D9-9A42-4878281BCF20}"/>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FF75F3FB-CDCE-7B28-853C-A933DD9C0365}"/>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6933921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AD5CF-D6EF-9DB7-4B6D-B42E55ABAE85}"/>
            </a:ext>
          </a:extLst>
        </p:cNvPr>
        <p:cNvGrpSpPr/>
        <p:nvPr/>
      </p:nvGrpSpPr>
      <p:grpSpPr>
        <a:xfrm>
          <a:off x="0" y="0"/>
          <a:ext cx="0" cy="0"/>
          <a:chOff x="0" y="0"/>
          <a:chExt cx="0" cy="0"/>
        </a:xfrm>
      </p:grpSpPr>
      <p:sp>
        <p:nvSpPr>
          <p:cNvPr id="483" name="Shape 483">
            <a:extLst>
              <a:ext uri="{FF2B5EF4-FFF2-40B4-BE49-F238E27FC236}">
                <a16:creationId xmlns:a16="http://schemas.microsoft.com/office/drawing/2014/main" id="{11AE021A-4D3B-A6D0-E98C-24D6B1DB1D79}"/>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484" name="Shape 484">
            <a:extLst>
              <a:ext uri="{FF2B5EF4-FFF2-40B4-BE49-F238E27FC236}">
                <a16:creationId xmlns:a16="http://schemas.microsoft.com/office/drawing/2014/main" id="{9B97E356-D97D-EA1B-4910-300C0C5B5DB7}"/>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3456998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1" name="Shape 1851"/>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852" name="Shape 1852"/>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r>
              <a:rPr b="1" dirty="0">
                <a:latin typeface="Dava Sans" pitchFamily="2" charset="77"/>
              </a:rPr>
              <a:t>Presentation Matters</a:t>
            </a:r>
          </a:p>
          <a:p>
            <a:r>
              <a:rPr dirty="0"/>
              <a:t>This slide provides justification for caring about how your presentations look and feel. </a:t>
            </a:r>
          </a:p>
          <a:p>
            <a:r>
              <a:rPr dirty="0"/>
              <a:t>It can also be used as a template slide. Change the header (and footer) to reflect the client, presentation name, and chapter title. To change the header and footer, click “edit master” and change the header and footer on all the master slides to have the same client and presentation name across all pages.</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resentation title dark">
    <p:bg>
      <p:bgPr>
        <a:solidFill>
          <a:srgbClr val="192B37"/>
        </a:solidFill>
        <a:effectLst/>
      </p:bgPr>
    </p:bg>
    <p:spTree>
      <p:nvGrpSpPr>
        <p:cNvPr id="1" name=""/>
        <p:cNvGrpSpPr/>
        <p:nvPr/>
      </p:nvGrpSpPr>
      <p:grpSpPr>
        <a:xfrm>
          <a:off x="0" y="0"/>
          <a:ext cx="0" cy="0"/>
          <a:chOff x="0" y="0"/>
          <a:chExt cx="0" cy="0"/>
        </a:xfrm>
      </p:grpSpPr>
      <p:sp>
        <p:nvSpPr>
          <p:cNvPr id="27" name="Title Text"/>
          <p:cNvSpPr txBox="1">
            <a:spLocks noGrp="1"/>
          </p:cNvSpPr>
          <p:nvPr>
            <p:ph type="title"/>
          </p:nvPr>
        </p:nvSpPr>
        <p:spPr>
          <a:xfrm>
            <a:off x="2584896" y="6377282"/>
            <a:ext cx="19678204" cy="5957990"/>
          </a:xfrm>
          <a:prstGeom prst="rect">
            <a:avLst/>
          </a:prstGeom>
        </p:spPr>
        <p:txBody>
          <a:bodyPr lIns="0" tIns="0" rIns="0" bIns="0"/>
          <a:lstStyle>
            <a:lvl1pPr>
              <a:lnSpc>
                <a:spcPct val="80000"/>
              </a:lnSpc>
              <a:spcBef>
                <a:spcPts val="0"/>
              </a:spcBef>
              <a:defRPr sz="9600" spc="0">
                <a:solidFill>
                  <a:srgbClr val="FFFFFF"/>
                </a:solidFill>
                <a:latin typeface="+mj-lt"/>
                <a:ea typeface="+mj-ea"/>
                <a:cs typeface="+mj-cs"/>
                <a:sym typeface="Poppins Medium"/>
              </a:defRPr>
            </a:lvl1pPr>
          </a:lstStyle>
          <a:p>
            <a:r>
              <a:t>Title Text</a:t>
            </a:r>
          </a:p>
        </p:txBody>
      </p:sp>
      <p:pic>
        <p:nvPicPr>
          <p:cNvPr id="28" name="endava_logo_neg_RGB.png" descr="endava_logo_neg_RGB.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593247" y="607284"/>
            <a:ext cx="2480228" cy="421640"/>
          </a:xfrm>
          <a:prstGeom prst="rect">
            <a:avLst/>
          </a:prstGeom>
          <a:ln w="12700">
            <a:miter lim="400000"/>
          </a:ln>
        </p:spPr>
      </p:pic>
      <p:sp>
        <p:nvSpPr>
          <p:cNvPr id="29" name="Slide Number"/>
          <p:cNvSpPr txBox="1">
            <a:spLocks noGrp="1"/>
          </p:cNvSpPr>
          <p:nvPr>
            <p:ph type="sldNum" sz="quarter" idx="2"/>
          </p:nvPr>
        </p:nvSpPr>
        <p:spPr>
          <a:xfrm>
            <a:off x="11878716" y="13081000"/>
            <a:ext cx="306935" cy="398779"/>
          </a:xfrm>
          <a:prstGeom prst="rect">
            <a:avLst/>
          </a:prstGeom>
        </p:spPr>
        <p:txBody>
          <a:bodyPr lIns="50800" tIns="50800" rIns="50800" bIns="50800"/>
          <a:lstStyle/>
          <a:p>
            <a:fld id="{86CB4B4D-7CA3-9044-876B-883B54F8677D}" type="slidenum">
              <a:r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1_Presentation title dark">
    <p:bg>
      <p:bgPr>
        <a:solidFill>
          <a:srgbClr val="192B37"/>
        </a:solidFill>
        <a:effectLst/>
      </p:bgPr>
    </p:bg>
    <p:spTree>
      <p:nvGrpSpPr>
        <p:cNvPr id="1" name=""/>
        <p:cNvGrpSpPr/>
        <p:nvPr/>
      </p:nvGrpSpPr>
      <p:grpSpPr>
        <a:xfrm>
          <a:off x="0" y="0"/>
          <a:ext cx="0" cy="0"/>
          <a:chOff x="0" y="0"/>
          <a:chExt cx="0" cy="0"/>
        </a:xfrm>
      </p:grpSpPr>
      <p:sp>
        <p:nvSpPr>
          <p:cNvPr id="27" name="Title Text"/>
          <p:cNvSpPr txBox="1">
            <a:spLocks noGrp="1"/>
          </p:cNvSpPr>
          <p:nvPr>
            <p:ph type="title"/>
          </p:nvPr>
        </p:nvSpPr>
        <p:spPr>
          <a:xfrm>
            <a:off x="2584896" y="6377282"/>
            <a:ext cx="19678204" cy="5957990"/>
          </a:xfrm>
          <a:prstGeom prst="rect">
            <a:avLst/>
          </a:prstGeom>
        </p:spPr>
        <p:txBody>
          <a:bodyPr lIns="0" tIns="0" rIns="0" bIns="0"/>
          <a:lstStyle>
            <a:lvl1pPr>
              <a:lnSpc>
                <a:spcPct val="80000"/>
              </a:lnSpc>
              <a:spcBef>
                <a:spcPts val="0"/>
              </a:spcBef>
              <a:defRPr sz="9600" spc="0">
                <a:solidFill>
                  <a:srgbClr val="FFFFFF"/>
                </a:solidFill>
                <a:latin typeface="+mj-lt"/>
                <a:ea typeface="+mj-ea"/>
                <a:cs typeface="+mj-cs"/>
                <a:sym typeface="Poppins Medium"/>
              </a:defRPr>
            </a:lvl1pPr>
          </a:lstStyle>
          <a:p>
            <a:r>
              <a:t>Title Text</a:t>
            </a:r>
          </a:p>
        </p:txBody>
      </p:sp>
      <p:sp>
        <p:nvSpPr>
          <p:cNvPr id="29" name="Slide Number"/>
          <p:cNvSpPr txBox="1">
            <a:spLocks noGrp="1"/>
          </p:cNvSpPr>
          <p:nvPr>
            <p:ph type="sldNum" sz="quarter" idx="2"/>
          </p:nvPr>
        </p:nvSpPr>
        <p:spPr>
          <a:xfrm>
            <a:off x="11878716" y="13081000"/>
            <a:ext cx="306935" cy="398779"/>
          </a:xfrm>
          <a:prstGeom prst="rect">
            <a:avLst/>
          </a:prstGeom>
        </p:spPr>
        <p:txBody>
          <a:bodyPr lIns="50800" tIns="50800" rIns="50800" bIns="50800"/>
          <a:lstStyle/>
          <a:p>
            <a:fld id="{86CB4B4D-7CA3-9044-876B-883B54F8677D}" type="slidenum">
              <a:rPr/>
              <a:t>‹#›</a:t>
            </a:fld>
            <a:endParaRPr/>
          </a:p>
        </p:txBody>
      </p:sp>
    </p:spTree>
    <p:extLst>
      <p:ext uri="{BB962C8B-B14F-4D97-AF65-F5344CB8AC3E}">
        <p14:creationId xmlns:p14="http://schemas.microsoft.com/office/powerpoint/2010/main" val="387793320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Agenda Black">
    <p:bg>
      <p:bgPr>
        <a:solidFill>
          <a:srgbClr val="192B37"/>
        </a:solidFill>
        <a:effectLst/>
      </p:bgPr>
    </p:bg>
    <p:spTree>
      <p:nvGrpSpPr>
        <p:cNvPr id="1" name=""/>
        <p:cNvGrpSpPr/>
        <p:nvPr/>
      </p:nvGrpSpPr>
      <p:grpSpPr>
        <a:xfrm>
          <a:off x="0" y="0"/>
          <a:ext cx="0" cy="0"/>
          <a:chOff x="0" y="0"/>
          <a:chExt cx="0" cy="0"/>
        </a:xfrm>
      </p:grpSpPr>
      <p:pic>
        <p:nvPicPr>
          <p:cNvPr id="50" name="endava_symbol_black_CMYK.pdf" descr="endava_symbol_black_CMYK.pdf"/>
          <p:cNvPicPr>
            <a:picLocks noChangeAspect="1"/>
          </p:cNvPicPr>
          <p:nvPr/>
        </p:nvPicPr>
        <p:blipFill>
          <a:blip r:embed="rId2" cstate="screen">
            <a:alphaModFix amt="50000"/>
            <a:extLst>
              <a:ext uri="{28A0092B-C50C-407E-A947-70E740481C1C}">
                <a14:useLocalDpi xmlns:a14="http://schemas.microsoft.com/office/drawing/2010/main"/>
              </a:ext>
            </a:extLst>
          </a:blip>
          <a:srcRect/>
          <a:stretch>
            <a:fillRect/>
          </a:stretch>
        </p:blipFill>
        <p:spPr>
          <a:xfrm>
            <a:off x="23434135" y="251730"/>
            <a:ext cx="262850" cy="320676"/>
          </a:xfrm>
          <a:prstGeom prst="rect">
            <a:avLst/>
          </a:prstGeom>
          <a:ln w="12700">
            <a:miter lim="400000"/>
          </a:ln>
        </p:spPr>
      </p:pic>
      <p:sp>
        <p:nvSpPr>
          <p:cNvPr id="51" name="Insert presentation name"/>
          <p:cNvSpPr txBox="1"/>
          <p:nvPr userDrawn="1"/>
        </p:nvSpPr>
        <p:spPr>
          <a:xfrm>
            <a:off x="16759829" y="236808"/>
            <a:ext cx="6570620" cy="35052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ctr">
            <a:spAutoFit/>
          </a:bodyPr>
          <a:lstStyle>
            <a:lvl1pPr algn="r">
              <a:spcBef>
                <a:spcPts val="3000"/>
              </a:spcBef>
              <a:defRPr sz="1400">
                <a:solidFill>
                  <a:srgbClr val="FFFFFF"/>
                </a:solidFill>
              </a:defRPr>
            </a:lvl1pPr>
          </a:lstStyle>
          <a:p>
            <a:r>
              <a:rPr lang="en-US" dirty="0"/>
              <a:t>Building AI Agents</a:t>
            </a:r>
            <a:endParaRPr dirty="0"/>
          </a:p>
        </p:txBody>
      </p:sp>
      <p:pic>
        <p:nvPicPr>
          <p:cNvPr id="52" name="endava_brandshape_RGB_red.svg" descr="endava_brandshape_RGB_red.sv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rot="16200000">
            <a:off x="5521569" y="2073270"/>
            <a:ext cx="609601" cy="243841"/>
          </a:xfrm>
          <a:prstGeom prst="rect">
            <a:avLst/>
          </a:prstGeom>
          <a:ln w="12700">
            <a:miter lim="400000"/>
          </a:ln>
        </p:spPr>
      </p:pic>
      <p:sp>
        <p:nvSpPr>
          <p:cNvPr id="53" name="Agenda"/>
          <p:cNvSpPr txBox="1"/>
          <p:nvPr/>
        </p:nvSpPr>
        <p:spPr>
          <a:xfrm>
            <a:off x="2590800" y="1700307"/>
            <a:ext cx="3357490" cy="96436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anchor="ctr">
            <a:spAutoFit/>
          </a:bodyPr>
          <a:lstStyle>
            <a:lvl1pPr defTabSz="470262">
              <a:lnSpc>
                <a:spcPct val="100000"/>
              </a:lnSpc>
              <a:spcBef>
                <a:spcPts val="3000"/>
              </a:spcBef>
              <a:defRPr sz="5600" spc="0">
                <a:solidFill>
                  <a:srgbClr val="FFFFFF"/>
                </a:solidFill>
              </a:defRPr>
            </a:lvl1pPr>
          </a:lstStyle>
          <a:p>
            <a:r>
              <a:rPr>
                <a:latin typeface="+mj-lt"/>
              </a:rPr>
              <a:t>Agenda</a:t>
            </a:r>
          </a:p>
        </p:txBody>
      </p:sp>
      <p:sp>
        <p:nvSpPr>
          <p:cNvPr id="54" name="Insert short chapter name…"/>
          <p:cNvSpPr txBox="1">
            <a:spLocks noGrp="1"/>
          </p:cNvSpPr>
          <p:nvPr>
            <p:ph type="body" sz="quarter" idx="21"/>
          </p:nvPr>
        </p:nvSpPr>
        <p:spPr>
          <a:xfrm>
            <a:off x="4566592" y="4389125"/>
            <a:ext cx="9263708" cy="4897113"/>
          </a:xfrm>
          <a:prstGeom prst="rect">
            <a:avLst/>
          </a:prstGeom>
        </p:spPr>
        <p:txBody>
          <a:bodyPr lIns="0" tIns="0" rIns="0" bIns="0" anchor="t">
            <a:spAutoFit/>
          </a:bodyPr>
          <a:lstStyle/>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p:txBody>
      </p:sp>
      <p:sp>
        <p:nvSpPr>
          <p:cNvPr id="55" name="Pag. 4…"/>
          <p:cNvSpPr txBox="1">
            <a:spLocks noGrp="1"/>
          </p:cNvSpPr>
          <p:nvPr>
            <p:ph type="body" sz="quarter" idx="22"/>
          </p:nvPr>
        </p:nvSpPr>
        <p:spPr>
          <a:xfrm>
            <a:off x="14478000" y="4630425"/>
            <a:ext cx="1217274" cy="4468867"/>
          </a:xfrm>
          <a:prstGeom prst="rect">
            <a:avLst/>
          </a:prstGeom>
        </p:spPr>
        <p:txBody>
          <a:bodyPr lIns="0" tIns="0" rIns="0" bIns="0" anchor="t">
            <a:spAutoFit/>
          </a:bodyPr>
          <a:lstStyle/>
          <a:p>
            <a:pPr marL="0" indent="0">
              <a:lnSpc>
                <a:spcPct val="280000"/>
              </a:lnSpc>
              <a:buClrTx/>
              <a:buSzTx/>
              <a:buNone/>
              <a:defRPr sz="1600">
                <a:solidFill>
                  <a:srgbClr val="FFFFFF"/>
                </a:solidFill>
              </a:defRPr>
            </a:pPr>
            <a:r>
              <a:t>Pag. 4</a:t>
            </a:r>
          </a:p>
          <a:p>
            <a:pPr marL="0" indent="0">
              <a:lnSpc>
                <a:spcPct val="280000"/>
              </a:lnSpc>
              <a:buClrTx/>
              <a:buSzTx/>
              <a:buNone/>
              <a:defRPr sz="1600">
                <a:solidFill>
                  <a:srgbClr val="FFFFFF"/>
                </a:solidFill>
              </a:defRPr>
            </a:pPr>
            <a:r>
              <a:t>Pag. 8</a:t>
            </a:r>
          </a:p>
          <a:p>
            <a:pPr marL="0" indent="0">
              <a:lnSpc>
                <a:spcPct val="280000"/>
              </a:lnSpc>
              <a:buClrTx/>
              <a:buSzTx/>
              <a:buNone/>
              <a:defRPr sz="1600">
                <a:solidFill>
                  <a:srgbClr val="FFFFFF"/>
                </a:solidFill>
              </a:defRPr>
            </a:pPr>
            <a:r>
              <a:t>Pag. 16</a:t>
            </a:r>
          </a:p>
          <a:p>
            <a:pPr marL="0" indent="0">
              <a:lnSpc>
                <a:spcPct val="280000"/>
              </a:lnSpc>
              <a:buClrTx/>
              <a:buSzTx/>
              <a:buNone/>
              <a:defRPr sz="1600">
                <a:solidFill>
                  <a:srgbClr val="FFFFFF"/>
                </a:solidFill>
              </a:defRPr>
            </a:pPr>
            <a:r>
              <a:t>Pag. 32</a:t>
            </a:r>
          </a:p>
          <a:p>
            <a:pPr marL="0" indent="0">
              <a:lnSpc>
                <a:spcPct val="280000"/>
              </a:lnSpc>
              <a:buClrTx/>
              <a:buSzTx/>
              <a:buNone/>
              <a:defRPr sz="1600">
                <a:solidFill>
                  <a:srgbClr val="FFFFFF"/>
                </a:solidFill>
              </a:defRPr>
            </a:pPr>
            <a:r>
              <a:t>Pag. 48</a:t>
            </a:r>
          </a:p>
        </p:txBody>
      </p:sp>
      <p:sp>
        <p:nvSpPr>
          <p:cNvPr id="56" name="01…"/>
          <p:cNvSpPr txBox="1">
            <a:spLocks noGrp="1"/>
          </p:cNvSpPr>
          <p:nvPr>
            <p:ph type="body" sz="quarter" idx="23"/>
          </p:nvPr>
        </p:nvSpPr>
        <p:spPr>
          <a:xfrm>
            <a:off x="2590800" y="4389125"/>
            <a:ext cx="1328093" cy="4897113"/>
          </a:xfrm>
          <a:prstGeom prst="rect">
            <a:avLst/>
          </a:prstGeom>
        </p:spPr>
        <p:txBody>
          <a:bodyPr lIns="0" tIns="0" rIns="0" bIns="0" anchor="t">
            <a:spAutoFit/>
          </a:bodyPr>
          <a:lstStyle/>
          <a:p>
            <a:pPr marL="0" indent="0" defTabSz="470262">
              <a:lnSpc>
                <a:spcPct val="140000"/>
              </a:lnSpc>
              <a:spcBef>
                <a:spcPts val="0"/>
              </a:spcBef>
              <a:buSzTx/>
              <a:buNone/>
              <a:defRPr sz="4000">
                <a:solidFill>
                  <a:srgbClr val="FF5640"/>
                </a:solidFill>
              </a:defRPr>
            </a:pPr>
            <a:r>
              <a:t>01</a:t>
            </a:r>
          </a:p>
          <a:p>
            <a:pPr marL="0" indent="0" defTabSz="470262">
              <a:lnSpc>
                <a:spcPct val="140000"/>
              </a:lnSpc>
              <a:spcBef>
                <a:spcPts val="0"/>
              </a:spcBef>
              <a:buSzTx/>
              <a:buNone/>
              <a:defRPr sz="4000">
                <a:solidFill>
                  <a:srgbClr val="FF5640"/>
                </a:solidFill>
              </a:defRPr>
            </a:pPr>
            <a:r>
              <a:t>02</a:t>
            </a:r>
          </a:p>
          <a:p>
            <a:pPr marL="0" indent="0" defTabSz="470262">
              <a:lnSpc>
                <a:spcPct val="140000"/>
              </a:lnSpc>
              <a:spcBef>
                <a:spcPts val="0"/>
              </a:spcBef>
              <a:buSzTx/>
              <a:buNone/>
              <a:defRPr sz="4000">
                <a:solidFill>
                  <a:srgbClr val="FF5640"/>
                </a:solidFill>
              </a:defRPr>
            </a:pPr>
            <a:r>
              <a:t>03</a:t>
            </a:r>
          </a:p>
          <a:p>
            <a:pPr marL="0" indent="0" defTabSz="470262">
              <a:lnSpc>
                <a:spcPct val="140000"/>
              </a:lnSpc>
              <a:spcBef>
                <a:spcPts val="0"/>
              </a:spcBef>
              <a:buSzTx/>
              <a:buNone/>
              <a:defRPr sz="4000">
                <a:solidFill>
                  <a:srgbClr val="FF5640"/>
                </a:solidFill>
              </a:defRPr>
            </a:pPr>
            <a:r>
              <a:t>04</a:t>
            </a:r>
          </a:p>
          <a:p>
            <a:pPr marL="0" indent="0" defTabSz="470262">
              <a:lnSpc>
                <a:spcPct val="140000"/>
              </a:lnSpc>
              <a:spcBef>
                <a:spcPts val="0"/>
              </a:spcBef>
              <a:buSzTx/>
              <a:buNone/>
              <a:defRPr sz="4000">
                <a:solidFill>
                  <a:srgbClr val="FF5640"/>
                </a:solidFill>
              </a:defRPr>
            </a:pPr>
            <a:r>
              <a:t>05</a:t>
            </a:r>
          </a:p>
        </p:txBody>
      </p:sp>
      <p:pic>
        <p:nvPicPr>
          <p:cNvPr id="57" name="endava_symbol_RGB 1.png" descr="endava_symbol_RGB 1.png"/>
          <p:cNvPicPr>
            <a:picLocks noChangeAspect="1"/>
          </p:cNvPicPr>
          <p:nvPr userDrawn="1"/>
        </p:nvPicPr>
        <p:blipFill>
          <a:blip r:embed="rId4" cstate="screen">
            <a:alphaModFix amt="50000"/>
            <a:extLst>
              <a:ext uri="{28A0092B-C50C-407E-A947-70E740481C1C}">
                <a14:useLocalDpi xmlns:a14="http://schemas.microsoft.com/office/drawing/2010/main"/>
              </a:ext>
            </a:extLst>
          </a:blip>
          <a:srcRect/>
          <a:stretch>
            <a:fillRect/>
          </a:stretch>
        </p:blipFill>
        <p:spPr>
          <a:xfrm>
            <a:off x="23434135" y="251730"/>
            <a:ext cx="262849" cy="320676"/>
          </a:xfrm>
          <a:prstGeom prst="rect">
            <a:avLst/>
          </a:prstGeom>
          <a:ln w="12700">
            <a:miter lim="400000"/>
          </a:ln>
        </p:spPr>
      </p:pic>
      <p:sp>
        <p:nvSpPr>
          <p:cNvPr id="5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hapter dark">
    <p:bg>
      <p:bgPr>
        <a:solidFill>
          <a:srgbClr val="192B37"/>
        </a:solidFill>
        <a:effectLst/>
      </p:bgPr>
    </p:bg>
    <p:spTree>
      <p:nvGrpSpPr>
        <p:cNvPr id="1" name=""/>
        <p:cNvGrpSpPr/>
        <p:nvPr/>
      </p:nvGrpSpPr>
      <p:grpSpPr>
        <a:xfrm>
          <a:off x="0" y="0"/>
          <a:ext cx="0" cy="0"/>
          <a:chOff x="0" y="0"/>
          <a:chExt cx="0" cy="0"/>
        </a:xfrm>
      </p:grpSpPr>
      <p:sp>
        <p:nvSpPr>
          <p:cNvPr id="77" name="Title Text"/>
          <p:cNvSpPr txBox="1">
            <a:spLocks noGrp="1"/>
          </p:cNvSpPr>
          <p:nvPr>
            <p:ph type="title"/>
          </p:nvPr>
        </p:nvSpPr>
        <p:spPr>
          <a:xfrm>
            <a:off x="5289996" y="2795882"/>
            <a:ext cx="14122401" cy="3352801"/>
          </a:xfrm>
          <a:prstGeom prst="rect">
            <a:avLst/>
          </a:prstGeom>
        </p:spPr>
        <p:txBody>
          <a:bodyPr lIns="0" tIns="0" rIns="0" bIns="0"/>
          <a:lstStyle>
            <a:lvl1pPr>
              <a:lnSpc>
                <a:spcPct val="100000"/>
              </a:lnSpc>
              <a:spcBef>
                <a:spcPts val="0"/>
              </a:spcBef>
              <a:defRPr sz="9600" spc="0">
                <a:solidFill>
                  <a:srgbClr val="FFFFFF"/>
                </a:solidFill>
                <a:latin typeface="+mj-lt"/>
                <a:ea typeface="+mj-ea"/>
                <a:cs typeface="+mj-cs"/>
                <a:sym typeface="Poppins Medium"/>
              </a:defRPr>
            </a:lvl1pPr>
          </a:lstStyle>
          <a:p>
            <a:r>
              <a:t>Title Text</a:t>
            </a:r>
          </a:p>
        </p:txBody>
      </p:sp>
      <p:sp>
        <p:nvSpPr>
          <p:cNvPr id="79" name="Chapter"/>
          <p:cNvSpPr txBox="1"/>
          <p:nvPr/>
        </p:nvSpPr>
        <p:spPr>
          <a:xfrm>
            <a:off x="609600" y="1224265"/>
            <a:ext cx="1615562" cy="3556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spAutoFit/>
          </a:bodyPr>
          <a:lstStyle>
            <a:lvl1pPr>
              <a:defRPr>
                <a:solidFill>
                  <a:srgbClr val="FFFFFF"/>
                </a:solidFill>
              </a:defRPr>
            </a:lvl1pPr>
          </a:lstStyle>
          <a:p>
            <a:r>
              <a:t>Chapter</a:t>
            </a:r>
          </a:p>
        </p:txBody>
      </p:sp>
      <p:sp>
        <p:nvSpPr>
          <p:cNvPr id="80" name="01"/>
          <p:cNvSpPr txBox="1">
            <a:spLocks noGrp="1"/>
          </p:cNvSpPr>
          <p:nvPr>
            <p:ph type="body" sz="quarter" idx="21" hasCustomPrompt="1"/>
          </p:nvPr>
        </p:nvSpPr>
        <p:spPr>
          <a:xfrm>
            <a:off x="609600" y="2795879"/>
            <a:ext cx="2284402" cy="1477328"/>
          </a:xfrm>
          <a:prstGeom prst="rect">
            <a:avLst/>
          </a:prstGeom>
        </p:spPr>
        <p:txBody>
          <a:bodyPr lIns="0" tIns="0" rIns="0" bIns="0" anchor="t">
            <a:spAutoFit/>
          </a:bodyPr>
          <a:lstStyle>
            <a:lvl1pPr marL="0" indent="0" defTabSz="470262">
              <a:lnSpc>
                <a:spcPct val="100000"/>
              </a:lnSpc>
              <a:spcBef>
                <a:spcPts val="0"/>
              </a:spcBef>
              <a:buClrTx/>
              <a:buSzTx/>
              <a:buNone/>
              <a:defRPr sz="9600">
                <a:solidFill>
                  <a:srgbClr val="FFFFFF"/>
                </a:solidFill>
                <a:latin typeface="+mj-lt"/>
                <a:ea typeface="+mj-ea"/>
                <a:cs typeface="+mj-cs"/>
                <a:sym typeface="Poppins Medium"/>
              </a:defRPr>
            </a:lvl1pPr>
          </a:lstStyle>
          <a:p>
            <a:r>
              <a:t>01</a:t>
            </a:r>
          </a:p>
        </p:txBody>
      </p:sp>
      <p:sp>
        <p:nvSpPr>
          <p:cNvPr id="81" name="Insert presentation name or subtitle here if needed"/>
          <p:cNvSpPr txBox="1">
            <a:spLocks noGrp="1"/>
          </p:cNvSpPr>
          <p:nvPr>
            <p:ph type="body" sz="quarter" idx="22" hasCustomPrompt="1"/>
          </p:nvPr>
        </p:nvSpPr>
        <p:spPr>
          <a:xfrm>
            <a:off x="5301233" y="1224265"/>
            <a:ext cx="7253966" cy="355600"/>
          </a:xfrm>
          <a:prstGeom prst="rect">
            <a:avLst/>
          </a:prstGeom>
        </p:spPr>
        <p:txBody>
          <a:bodyPr lIns="0" tIns="0" rIns="0" bIns="0" anchor="t">
            <a:spAutoFit/>
          </a:bodyPr>
          <a:lstStyle>
            <a:lvl1pPr marL="0" indent="0">
              <a:buClrTx/>
              <a:buSzTx/>
              <a:buNone/>
              <a:defRPr sz="2000">
                <a:solidFill>
                  <a:srgbClr val="FFFFFF"/>
                </a:solidFill>
              </a:defRPr>
            </a:lvl1pPr>
          </a:lstStyle>
          <a:p>
            <a:r>
              <a:rPr dirty="0"/>
              <a:t>Insert subtitle if needed</a:t>
            </a:r>
          </a:p>
        </p:txBody>
      </p:sp>
      <p:sp>
        <p:nvSpPr>
          <p:cNvPr id="82" name="Slide Number"/>
          <p:cNvSpPr txBox="1">
            <a:spLocks noGrp="1"/>
          </p:cNvSpPr>
          <p:nvPr>
            <p:ph type="sldNum" sz="quarter" idx="2"/>
          </p:nvPr>
        </p:nvSpPr>
        <p:spPr>
          <a:xfrm>
            <a:off x="11878716" y="13081000"/>
            <a:ext cx="306935" cy="398779"/>
          </a:xfrm>
          <a:prstGeom prst="rect">
            <a:avLst/>
          </a:prstGeom>
        </p:spPr>
        <p:txBody>
          <a:bodyPr lIns="50800" tIns="50800" rIns="50800" bIns="50800"/>
          <a:lstStyle/>
          <a:p>
            <a:fld id="{86CB4B4D-7CA3-9044-876B-883B54F8677D}" type="slidenum">
              <a:rPr/>
              <a:t>‹#›</a:t>
            </a:fld>
            <a:endParaRPr/>
          </a:p>
        </p:txBody>
      </p:sp>
      <p:pic>
        <p:nvPicPr>
          <p:cNvPr id="2" name="endava_brandshape_RGB_red.svg" descr="endava_brandshape_RGB_red.svg">
            <a:extLst>
              <a:ext uri="{FF2B5EF4-FFF2-40B4-BE49-F238E27FC236}">
                <a16:creationId xmlns:a16="http://schemas.microsoft.com/office/drawing/2014/main" id="{A3C3B100-D67A-6A1F-71CF-0AE68AAFE9C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916214" y="3241710"/>
            <a:ext cx="1142575" cy="457030"/>
          </a:xfrm>
          <a:prstGeom prst="rect">
            <a:avLst/>
          </a:prstGeom>
          <a:ln w="12700">
            <a:miter lim="400000"/>
          </a:ln>
        </p:spPr>
      </p:pic>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Header and Footer Black">
    <p:bg>
      <p:bgPr>
        <a:solidFill>
          <a:srgbClr val="192B37"/>
        </a:solidFill>
        <a:effectLst/>
      </p:bgPr>
    </p:bg>
    <p:spTree>
      <p:nvGrpSpPr>
        <p:cNvPr id="1" name=""/>
        <p:cNvGrpSpPr/>
        <p:nvPr/>
      </p:nvGrpSpPr>
      <p:grpSpPr>
        <a:xfrm>
          <a:off x="0" y="0"/>
          <a:ext cx="0" cy="0"/>
          <a:chOff x="0" y="0"/>
          <a:chExt cx="0" cy="0"/>
        </a:xfrm>
      </p:grpSpPr>
      <p:pic>
        <p:nvPicPr>
          <p:cNvPr id="100" name="endava_symbol_RGB 1.png" descr="endava_symbol_RGB 1.png"/>
          <p:cNvPicPr>
            <a:picLocks noChangeAspect="1"/>
          </p:cNvPicPr>
          <p:nvPr userDrawn="1"/>
        </p:nvPicPr>
        <p:blipFill>
          <a:blip r:embed="rId2" cstate="screen">
            <a:alphaModFix amt="50000"/>
            <a:extLst>
              <a:ext uri="{28A0092B-C50C-407E-A947-70E740481C1C}">
                <a14:useLocalDpi xmlns:a14="http://schemas.microsoft.com/office/drawing/2010/main"/>
              </a:ext>
            </a:extLst>
          </a:blip>
          <a:srcRect/>
          <a:stretch>
            <a:fillRect/>
          </a:stretch>
        </p:blipFill>
        <p:spPr>
          <a:xfrm>
            <a:off x="23434135" y="251730"/>
            <a:ext cx="262849" cy="320676"/>
          </a:xfrm>
          <a:prstGeom prst="rect">
            <a:avLst/>
          </a:prstGeom>
          <a:ln w="12700">
            <a:miter lim="400000"/>
          </a:ln>
        </p:spPr>
      </p:pic>
      <p:sp>
        <p:nvSpPr>
          <p:cNvPr id="101" name="© Copyright 2023 Endava  •  Confidential and Proprietary  •  Version 1.0"/>
          <p:cNvSpPr txBox="1"/>
          <p:nvPr/>
        </p:nvSpPr>
        <p:spPr>
          <a:xfrm>
            <a:off x="610588" y="13114067"/>
            <a:ext cx="11290258" cy="28725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ctr">
            <a:spAutoFit/>
          </a:bodyPr>
          <a:lstStyle>
            <a:lvl1pPr>
              <a:lnSpc>
                <a:spcPct val="100000"/>
              </a:lnSpc>
              <a:spcBef>
                <a:spcPts val="0"/>
              </a:spcBef>
              <a:defRPr sz="1200" spc="0">
                <a:solidFill>
                  <a:srgbClr val="8C959B"/>
                </a:solidFill>
              </a:defRPr>
            </a:lvl1pPr>
          </a:lstStyle>
          <a:p>
            <a:endParaRPr dirty="0"/>
          </a:p>
        </p:txBody>
      </p:sp>
      <p:sp>
        <p:nvSpPr>
          <p:cNvPr id="103" name="Insert presentation name"/>
          <p:cNvSpPr txBox="1"/>
          <p:nvPr/>
        </p:nvSpPr>
        <p:spPr>
          <a:xfrm>
            <a:off x="16759829" y="236808"/>
            <a:ext cx="6570620" cy="35052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ctr">
            <a:spAutoFit/>
          </a:bodyPr>
          <a:lstStyle>
            <a:lvl1pPr algn="r">
              <a:spcBef>
                <a:spcPts val="3000"/>
              </a:spcBef>
              <a:defRPr sz="1400">
                <a:solidFill>
                  <a:srgbClr val="FFFFFF"/>
                </a:solidFill>
              </a:defRPr>
            </a:lvl1pPr>
          </a:lstStyle>
          <a:p>
            <a:r>
              <a:rPr lang="en-US" dirty="0"/>
              <a:t>Building AI Agents</a:t>
            </a:r>
          </a:p>
        </p:txBody>
      </p:sp>
      <p:sp>
        <p:nvSpPr>
          <p:cNvPr id="104" name="Slide Number"/>
          <p:cNvSpPr txBox="1">
            <a:spLocks noGrp="1"/>
          </p:cNvSpPr>
          <p:nvPr>
            <p:ph type="sldNum" sz="quarter" idx="2"/>
          </p:nvPr>
        </p:nvSpPr>
        <p:spPr>
          <a:xfrm>
            <a:off x="23489402" y="13134586"/>
            <a:ext cx="288542" cy="246221"/>
          </a:xfrm>
          <a:prstGeom prst="rect">
            <a:avLst/>
          </a:prstGeom>
        </p:spPr>
        <p:txBody>
          <a:bodyPr anchor="ctr"/>
          <a:lstStyle/>
          <a:p>
            <a:fld id="{86CB4B4D-7CA3-9044-876B-883B54F8677D}" type="slidenum">
              <a:rPr/>
              <a:t>‹#›</a:t>
            </a:fld>
            <a:endParaRPr/>
          </a:p>
        </p:txBody>
      </p:sp>
      <p:sp>
        <p:nvSpPr>
          <p:cNvPr id="2" name="Insert chapter name">
            <a:extLst>
              <a:ext uri="{FF2B5EF4-FFF2-40B4-BE49-F238E27FC236}">
                <a16:creationId xmlns:a16="http://schemas.microsoft.com/office/drawing/2014/main" id="{9F4D282D-D29D-3AED-1F6C-6CE2AE9FD156}"/>
              </a:ext>
            </a:extLst>
          </p:cNvPr>
          <p:cNvSpPr>
            <a:spLocks noGrp="1"/>
          </p:cNvSpPr>
          <p:nvPr>
            <p:ph type="body" sz="quarter" idx="21" hasCustomPrompt="1"/>
          </p:nvPr>
        </p:nvSpPr>
        <p:spPr>
          <a:xfrm>
            <a:off x="609599" y="207804"/>
            <a:ext cx="2154529" cy="405189"/>
          </a:xfrm>
          <a:prstGeom prst="roundRect">
            <a:avLst>
              <a:gd name="adj" fmla="val 50000"/>
            </a:avLst>
          </a:prstGeom>
          <a:solidFill>
            <a:srgbClr val="FFFFFF">
              <a:alpha val="0"/>
            </a:srgbClr>
          </a:solidFill>
          <a:ln>
            <a:solidFill>
              <a:srgbClr val="FFFFFF"/>
            </a:solidFill>
          </a:ln>
        </p:spPr>
        <p:txBody>
          <a:bodyPr wrap="none" lIns="108000" tIns="36000" rIns="108000" bIns="36000">
            <a:spAutoFit/>
          </a:bodyPr>
          <a:lstStyle>
            <a:lvl1pPr marL="0" indent="0">
              <a:lnSpc>
                <a:spcPct val="100000"/>
              </a:lnSpc>
              <a:spcBef>
                <a:spcPts val="0"/>
              </a:spcBef>
              <a:buClrTx/>
              <a:buSzTx/>
              <a:buNone/>
              <a:defRPr sz="1400">
                <a:solidFill>
                  <a:srgbClr val="FFFFFF"/>
                </a:solidFill>
              </a:defRPr>
            </a:lvl1pPr>
          </a:lstStyle>
          <a:p>
            <a:r>
              <a:rPr lang="en-US"/>
              <a:t>Insert chapter name</a:t>
            </a:r>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Footer Black">
    <p:bg>
      <p:bgPr>
        <a:solidFill>
          <a:srgbClr val="192B37"/>
        </a:solidFill>
        <a:effectLst/>
      </p:bgPr>
    </p:bg>
    <p:spTree>
      <p:nvGrpSpPr>
        <p:cNvPr id="1" name=""/>
        <p:cNvGrpSpPr/>
        <p:nvPr/>
      </p:nvGrpSpPr>
      <p:grpSpPr>
        <a:xfrm>
          <a:off x="0" y="0"/>
          <a:ext cx="0" cy="0"/>
          <a:chOff x="0" y="0"/>
          <a:chExt cx="0" cy="0"/>
        </a:xfrm>
      </p:grpSpPr>
      <p:sp>
        <p:nvSpPr>
          <p:cNvPr id="157" name="© Copyright 2023 Endava  •  Confidential and Proprietary  •  Version 1.0"/>
          <p:cNvSpPr txBox="1"/>
          <p:nvPr/>
        </p:nvSpPr>
        <p:spPr>
          <a:xfrm>
            <a:off x="610588" y="13114067"/>
            <a:ext cx="11290258" cy="2872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nSpc>
                <a:spcPct val="100000"/>
              </a:lnSpc>
              <a:spcBef>
                <a:spcPts val="0"/>
              </a:spcBef>
              <a:defRPr sz="1200" spc="0">
                <a:solidFill>
                  <a:srgbClr val="8C959B"/>
                </a:solidFill>
              </a:defRPr>
            </a:lvl1pPr>
          </a:lstStyle>
          <a:p>
            <a:endParaRPr dirty="0"/>
          </a:p>
        </p:txBody>
      </p:sp>
      <p:sp>
        <p:nvSpPr>
          <p:cNvPr id="158" name="Slide Number"/>
          <p:cNvSpPr txBox="1">
            <a:spLocks noGrp="1"/>
          </p:cNvSpPr>
          <p:nvPr>
            <p:ph type="sldNum" sz="quarter" idx="2"/>
          </p:nvPr>
        </p:nvSpPr>
        <p:spPr>
          <a:prstGeom prst="rect">
            <a:avLst/>
          </a:prstGeom>
        </p:spPr>
        <p:txBody>
          <a:bodyPr anchor="ctr"/>
          <a:lstStyle/>
          <a:p>
            <a:fld id="{86CB4B4D-7CA3-9044-876B-883B54F8677D}" type="slidenum">
              <a:rPr/>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lide Number Black">
    <p:bg>
      <p:bgPr>
        <a:solidFill>
          <a:srgbClr val="192B37"/>
        </a:solidFill>
        <a:effectLst/>
      </p:bgPr>
    </p:bg>
    <p:spTree>
      <p:nvGrpSpPr>
        <p:cNvPr id="1" name=""/>
        <p:cNvGrpSpPr/>
        <p:nvPr/>
      </p:nvGrpSpPr>
      <p:grpSpPr>
        <a:xfrm>
          <a:off x="0" y="0"/>
          <a:ext cx="0" cy="0"/>
          <a:chOff x="0" y="0"/>
          <a:chExt cx="0" cy="0"/>
        </a:xfrm>
      </p:grpSpPr>
      <p:sp>
        <p:nvSpPr>
          <p:cNvPr id="172"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09600" y="1625600"/>
            <a:ext cx="22085300" cy="22860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ormAutofit/>
          </a:bodyPr>
          <a:lstStyle/>
          <a:p>
            <a:r>
              <a:rPr dirty="0"/>
              <a:t>Title Text</a:t>
            </a:r>
          </a:p>
        </p:txBody>
      </p:sp>
      <p:sp>
        <p:nvSpPr>
          <p:cNvPr id="3" name="Body Level One…"/>
          <p:cNvSpPr txBox="1">
            <a:spLocks noGrp="1"/>
          </p:cNvSpPr>
          <p:nvPr>
            <p:ph type="body" idx="1"/>
          </p:nvPr>
        </p:nvSpPr>
        <p:spPr>
          <a:xfrm>
            <a:off x="609600" y="3911600"/>
            <a:ext cx="22085300" cy="85344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t">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RO" dirty="0"/>
          </a:p>
        </p:txBody>
      </p:sp>
      <p:sp>
        <p:nvSpPr>
          <p:cNvPr id="4" name="Slide Number"/>
          <p:cNvSpPr txBox="1">
            <a:spLocks noGrp="1"/>
          </p:cNvSpPr>
          <p:nvPr>
            <p:ph type="sldNum" sz="quarter" idx="2"/>
          </p:nvPr>
        </p:nvSpPr>
        <p:spPr>
          <a:xfrm>
            <a:off x="23489402" y="13132800"/>
            <a:ext cx="288542" cy="246221"/>
          </a:xfrm>
          <a:prstGeom prst="rect">
            <a:avLst/>
          </a:prstGeom>
          <a:ln w="12700">
            <a:miter lim="400000"/>
          </a:ln>
        </p:spPr>
        <p:txBody>
          <a:bodyPr wrap="none" lIns="0" tIns="0" rIns="0" bIns="0" anchor="ctr">
            <a:spAutoFit/>
          </a:bodyPr>
          <a:lstStyle>
            <a:lvl1pPr algn="r" defTabSz="825500">
              <a:lnSpc>
                <a:spcPct val="100000"/>
              </a:lnSpc>
              <a:spcBef>
                <a:spcPts val="0"/>
              </a:spcBef>
              <a:defRPr sz="1600">
                <a:solidFill>
                  <a:srgbClr val="8C959B"/>
                </a:solidFill>
              </a:defRPr>
            </a:lvl1pPr>
          </a:lstStyle>
          <a:p>
            <a:fld id="{86CB4B4D-7CA3-9044-876B-883B54F8677D}" type="slidenum">
              <a:rPr lang="en-RO" smtClean="0"/>
              <a:pPr/>
              <a:t>‹#›</a:t>
            </a:fld>
            <a:endParaRPr lang="en-RO"/>
          </a:p>
        </p:txBody>
      </p:sp>
    </p:spTree>
  </p:cSld>
  <p:clrMap bg1="lt1" tx1="dk1" bg2="lt2" tx2="dk2" accent1="accent1" accent2="accent2" accent3="accent3" accent4="accent4" accent5="accent5" accent6="accent6" hlink="hlink" folHlink="folHlink"/>
  <p:sldLayoutIdLst>
    <p:sldLayoutId id="2147483651" r:id="rId1"/>
    <p:sldLayoutId id="2147483666" r:id="rId2"/>
    <p:sldLayoutId id="2147483653" r:id="rId3"/>
    <p:sldLayoutId id="2147483655" r:id="rId4"/>
    <p:sldLayoutId id="2147483657" r:id="rId5"/>
    <p:sldLayoutId id="2147483663" r:id="rId6"/>
    <p:sldLayoutId id="2147483665" r:id="rId7"/>
  </p:sldLayoutIdLst>
  <p:transition spd="med"/>
  <p:txStyles>
    <p:titleStyle>
      <a:lvl1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j-lt"/>
          <a:ea typeface="+mn-ea"/>
          <a:cs typeface="+mn-cs"/>
          <a:sym typeface="Poppins Regular"/>
        </a:defRPr>
      </a:lvl1pPr>
      <a:lvl2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2pPr>
      <a:lvl3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3pPr>
      <a:lvl4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4pPr>
      <a:lvl5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5pPr>
      <a:lvl6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6pPr>
      <a:lvl7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7pPr>
      <a:lvl8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8pPr>
      <a:lvl9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9pPr>
    </p:titleStyle>
    <p:bodyStyle>
      <a:lvl1pPr marL="342900" marR="0" indent="-342900" algn="l" defTabSz="821531" rtl="0" latinLnBrk="0">
        <a:lnSpc>
          <a:spcPct val="120000"/>
        </a:lnSpc>
        <a:spcBef>
          <a:spcPts val="1500"/>
        </a:spcBef>
        <a:spcAft>
          <a:spcPts val="0"/>
        </a:spcAft>
        <a:buClr>
          <a:srgbClr val="FF4230"/>
        </a:buClr>
        <a:buSzPct val="120000"/>
        <a:buFont typeface="Arial" panose="020B0604020202020204" pitchFamily="34" charset="0"/>
        <a:buChar char="•"/>
        <a:tabLst/>
        <a:defRPr lang="en-US" sz="2400" b="0" i="0" u="none" strike="noStrike" cap="none" spc="0" baseline="0" dirty="0">
          <a:solidFill>
            <a:srgbClr val="192B37"/>
          </a:solidFill>
          <a:uFillTx/>
          <a:latin typeface="+mn-lt"/>
          <a:ea typeface="+mn-ea"/>
          <a:cs typeface="+mn-cs"/>
          <a:sym typeface="Poppins Regular"/>
        </a:defRPr>
      </a:lvl1pPr>
      <a:lvl2pPr marL="899583" marR="0" indent="-252000" algn="l" defTabSz="821531" rtl="0" latinLnBrk="0">
        <a:lnSpc>
          <a:spcPct val="120000"/>
        </a:lnSpc>
        <a:spcBef>
          <a:spcPts val="1500"/>
        </a:spcBef>
        <a:spcAft>
          <a:spcPts val="0"/>
        </a:spcAft>
        <a:buClr>
          <a:srgbClr val="FF4230"/>
        </a:buClr>
        <a:buSzPct val="120000"/>
        <a:buFontTx/>
        <a:buChar char="•"/>
        <a:tabLst/>
        <a:defRPr sz="2000" b="0" i="0" u="none" strike="noStrike" cap="none" spc="0" baseline="0">
          <a:solidFill>
            <a:srgbClr val="192B37"/>
          </a:solidFill>
          <a:uFillTx/>
          <a:latin typeface="+mn-lt"/>
          <a:ea typeface="+mn-ea"/>
          <a:cs typeface="+mn-cs"/>
          <a:sym typeface="Poppins Regular"/>
        </a:defRPr>
      </a:lvl2pPr>
      <a:lvl3pPr marL="1534583" marR="0" indent="-252000" algn="l" defTabSz="821531" rtl="0" latinLnBrk="0">
        <a:lnSpc>
          <a:spcPct val="120000"/>
        </a:lnSpc>
        <a:spcBef>
          <a:spcPts val="1500"/>
        </a:spcBef>
        <a:spcAft>
          <a:spcPts val="0"/>
        </a:spcAft>
        <a:buClr>
          <a:srgbClr val="FF4230"/>
        </a:buClr>
        <a:buSzPct val="120000"/>
        <a:buFontTx/>
        <a:buChar char="•"/>
        <a:tabLst/>
        <a:defRPr sz="1600" b="0" i="0" u="none" strike="noStrike" cap="none" spc="0" baseline="0">
          <a:solidFill>
            <a:srgbClr val="192B37"/>
          </a:solidFill>
          <a:uFillTx/>
          <a:latin typeface="+mn-lt"/>
          <a:ea typeface="+mn-ea"/>
          <a:cs typeface="+mn-cs"/>
          <a:sym typeface="Poppins Regular"/>
        </a:defRPr>
      </a:lvl3pPr>
      <a:lvl4pPr marL="2169583" marR="0" indent="-252000" algn="l" defTabSz="821531" rtl="0" latinLnBrk="0">
        <a:lnSpc>
          <a:spcPct val="120000"/>
        </a:lnSpc>
        <a:spcBef>
          <a:spcPts val="1500"/>
        </a:spcBef>
        <a:spcAft>
          <a:spcPts val="0"/>
        </a:spcAft>
        <a:buClr>
          <a:srgbClr val="FF4230"/>
        </a:buClr>
        <a:buSzPct val="120000"/>
        <a:buFontTx/>
        <a:buChar char="•"/>
        <a:tabLst/>
        <a:defRPr sz="1600" b="0" i="0" u="none" strike="noStrike" cap="none" spc="0" baseline="0">
          <a:solidFill>
            <a:srgbClr val="192B37"/>
          </a:solidFill>
          <a:uFillTx/>
          <a:latin typeface="+mn-lt"/>
          <a:ea typeface="+mn-ea"/>
          <a:cs typeface="+mn-cs"/>
          <a:sym typeface="Poppins Regular"/>
        </a:defRPr>
      </a:lvl4pPr>
      <a:lvl5pPr marL="2804583" marR="0" indent="-252000" algn="l" defTabSz="821531" rtl="0" latinLnBrk="0">
        <a:lnSpc>
          <a:spcPct val="120000"/>
        </a:lnSpc>
        <a:spcBef>
          <a:spcPts val="1500"/>
        </a:spcBef>
        <a:spcAft>
          <a:spcPts val="0"/>
        </a:spcAft>
        <a:buClr>
          <a:srgbClr val="FF4230"/>
        </a:buClr>
        <a:buSzPct val="120000"/>
        <a:buFontTx/>
        <a:buChar char="•"/>
        <a:tabLst/>
        <a:defRPr sz="1600" b="0" i="0" u="none" strike="noStrike" cap="none" spc="0" baseline="0">
          <a:solidFill>
            <a:srgbClr val="192B37"/>
          </a:solidFill>
          <a:uFillTx/>
          <a:latin typeface="+mn-lt"/>
          <a:ea typeface="+mn-ea"/>
          <a:cs typeface="+mn-cs"/>
          <a:sym typeface="Poppins Regular"/>
        </a:defRPr>
      </a:lvl5pPr>
      <a:lvl6pPr marL="3439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6pPr>
      <a:lvl7pPr marL="4074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7pPr>
      <a:lvl8pPr marL="4709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8pPr>
      <a:lvl9pPr marL="5344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9pPr>
    </p:bodyStyle>
    <p:otherStyle>
      <a:lvl1pPr marL="0" marR="0" indent="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1pPr>
      <a:lvl2pPr marL="0" marR="0" indent="2286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2pPr>
      <a:lvl3pPr marL="0" marR="0" indent="4572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3pPr>
      <a:lvl4pPr marL="0" marR="0" indent="6858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4pPr>
      <a:lvl5pPr marL="0" marR="0" indent="9144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5pPr>
      <a:lvl6pPr marL="0" marR="0" indent="11430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6pPr>
      <a:lvl7pPr marL="0" marR="0" indent="13716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7pPr>
      <a:lvl8pPr marL="0" marR="0" indent="16002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8pPr>
      <a:lvl9pPr marL="0" marR="0" indent="18288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www.anthropic.com/news/model-context-protocol"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http://a2a-protocol.org/"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s://my.visualstudio.com/Benefits" TargetMode="External"/><Relationship Id="rId7" Type="http://schemas.openxmlformats.org/officeDocument/2006/relationships/hyperlink" Target="https://ai.azure.com/catalog/publishers" TargetMode="External"/><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hyperlink" Target="https://ai.azure.com/catalog/models" TargetMode="External"/><Relationship Id="rId5" Type="http://schemas.openxmlformats.org/officeDocument/2006/relationships/hyperlink" Target="https://ai.azure.com/catalog" TargetMode="External"/><Relationship Id="rId4" Type="http://schemas.openxmlformats.org/officeDocument/2006/relationships/hyperlink" Target="https://ai.azure.com/"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hyperlink" Target="https://learn.microsoft.com/en-us/agent-framework/" TargetMode="External"/><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Insert presentation…"/>
          <p:cNvSpPr txBox="1">
            <a:spLocks noGrp="1"/>
          </p:cNvSpPr>
          <p:nvPr>
            <p:ph type="title"/>
          </p:nvPr>
        </p:nvSpPr>
        <p:spPr>
          <a:prstGeom prst="rect">
            <a:avLst/>
          </a:prstGeom>
        </p:spPr>
        <p:txBody>
          <a:bodyPr/>
          <a:lstStyle/>
          <a:p>
            <a:pPr>
              <a:lnSpc>
                <a:spcPct val="100000"/>
              </a:lnSpc>
            </a:pPr>
            <a:r>
              <a:rPr lang="en-US" dirty="0"/>
              <a:t>Building AI Agents</a:t>
            </a:r>
            <a:br>
              <a:rPr lang="en-US" dirty="0"/>
            </a:br>
            <a:r>
              <a:rPr lang="en-US" dirty="0"/>
              <a:t>			Turning LLMs into Decision Makers</a:t>
            </a:r>
            <a:r>
              <a:rPr lang="en-US" dirty="0">
                <a:solidFill>
                  <a:srgbClr val="FF5640"/>
                </a:solidFill>
              </a:rPr>
              <a:t>.</a:t>
            </a:r>
            <a:endParaRPr dirty="0">
              <a:solidFill>
                <a:srgbClr val="FF5640"/>
              </a:solidFill>
            </a:endParaRPr>
          </a:p>
        </p:txBody>
      </p:sp>
      <p:pic>
        <p:nvPicPr>
          <p:cNvPr id="2" name="arrow.svg" descr="arrow.svg">
            <a:extLst>
              <a:ext uri="{FF2B5EF4-FFF2-40B4-BE49-F238E27FC236}">
                <a16:creationId xmlns:a16="http://schemas.microsoft.com/office/drawing/2014/main" id="{708F5AB2-FD10-8B2A-82AB-6CFC8107122C}"/>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2613404" y="8042557"/>
            <a:ext cx="1188452" cy="1131007"/>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Slide Number"/>
          <p:cNvSpPr txBox="1">
            <a:spLocks noGrp="1"/>
          </p:cNvSpPr>
          <p:nvPr>
            <p:ph type="sldNum" sz="quarter" idx="2"/>
          </p:nvPr>
        </p:nvSpPr>
        <p:spPr>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2</a:t>
            </a:fld>
            <a:endParaRPr dirty="0"/>
          </a:p>
        </p:txBody>
      </p:sp>
      <p:sp>
        <p:nvSpPr>
          <p:cNvPr id="274" name="The key to a successful presentation is a     combination of clear, well-structured content and engaging…"/>
          <p:cNvSpPr txBox="1"/>
          <p:nvPr/>
        </p:nvSpPr>
        <p:spPr>
          <a:xfrm>
            <a:off x="614427" y="1622830"/>
            <a:ext cx="22545546" cy="1034129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spAutoFit/>
          </a:bodyPr>
          <a:lstStyle/>
          <a:p>
            <a:pPr defTabSz="470262">
              <a:lnSpc>
                <a:spcPct val="100000"/>
              </a:lnSpc>
              <a:spcBef>
                <a:spcPts val="0"/>
              </a:spcBef>
              <a:defRPr sz="9600">
                <a:solidFill>
                  <a:srgbClr val="FFFFFF"/>
                </a:solidFill>
                <a:latin typeface="+mj-lt"/>
                <a:ea typeface="+mj-ea"/>
                <a:cs typeface="+mj-cs"/>
                <a:sym typeface="Poppins Medium"/>
              </a:defRPr>
            </a:pPr>
            <a:r>
              <a:rPr lang="en-US" dirty="0"/>
              <a:t>Discover    how LLMs evolve from prompt responders into systems capable of decision-making, tool execution, and coordination</a:t>
            </a:r>
            <a:r>
              <a:rPr lang="en-US" dirty="0">
                <a:solidFill>
                  <a:schemeClr val="bg1"/>
                </a:solidFill>
              </a:rPr>
              <a:t>.</a:t>
            </a:r>
            <a:r>
              <a:rPr dirty="0"/>
              <a:t> </a:t>
            </a:r>
          </a:p>
          <a:p>
            <a:pPr defTabSz="470262">
              <a:lnSpc>
                <a:spcPct val="100000"/>
              </a:lnSpc>
              <a:spcBef>
                <a:spcPts val="0"/>
              </a:spcBef>
              <a:defRPr sz="9600">
                <a:solidFill>
                  <a:srgbClr val="FFFFFF"/>
                </a:solidFill>
                <a:latin typeface="+mj-lt"/>
                <a:ea typeface="+mj-ea"/>
                <a:cs typeface="+mj-cs"/>
                <a:sym typeface="Poppins Medium"/>
              </a:defRPr>
            </a:pPr>
            <a:r>
              <a:rPr dirty="0"/>
              <a:t> </a:t>
            </a:r>
            <a:r>
              <a:rPr lang="en-US" dirty="0"/>
              <a:t>   Illustrated through practical implementations in .NET using Microsoft Agent Framework</a:t>
            </a:r>
            <a:r>
              <a:rPr lang="en-US" dirty="0">
                <a:solidFill>
                  <a:srgbClr val="FF4230"/>
                </a:solidFill>
              </a:rPr>
              <a:t>.</a:t>
            </a:r>
            <a:endParaRPr dirty="0">
              <a:solidFill>
                <a:srgbClr val="FF4230"/>
              </a:solidFill>
            </a:endParaRPr>
          </a:p>
        </p:txBody>
      </p:sp>
      <p:pic>
        <p:nvPicPr>
          <p:cNvPr id="4" name="arrow.svg" descr="arrow.svg">
            <a:extLst>
              <a:ext uri="{FF2B5EF4-FFF2-40B4-BE49-F238E27FC236}">
                <a16:creationId xmlns:a16="http://schemas.microsoft.com/office/drawing/2014/main" id="{37A0170D-6289-5978-AFF5-7B70969FA242}"/>
              </a:ext>
            </a:extLst>
          </p:cNvPr>
          <p:cNvPicPr>
            <a:picLocks noChangeAspect="1"/>
          </p:cNvPicPr>
          <p:nvPr/>
        </p:nvPicPr>
        <p:blipFill>
          <a:blip r:embed="rId2"/>
          <a:stretch>
            <a:fillRect/>
          </a:stretch>
        </p:blipFill>
        <p:spPr>
          <a:xfrm>
            <a:off x="614427" y="7458988"/>
            <a:ext cx="1219201" cy="1219201"/>
          </a:xfrm>
          <a:prstGeom prst="rect">
            <a:avLst/>
          </a:prstGeom>
          <a:ln w="12700">
            <a:miter lim="400000"/>
          </a:ln>
        </p:spPr>
      </p:pic>
      <p:pic>
        <p:nvPicPr>
          <p:cNvPr id="7" name="search-96px.svg">
            <a:extLst>
              <a:ext uri="{FF2B5EF4-FFF2-40B4-BE49-F238E27FC236}">
                <a16:creationId xmlns:a16="http://schemas.microsoft.com/office/drawing/2014/main" id="{9DB2A827-EE9A-FA80-F7F7-9FA17CFF7DC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p:blipFill>
        <p:spPr>
          <a:xfrm>
            <a:off x="5867534" y="1622830"/>
            <a:ext cx="1183918" cy="1183918"/>
          </a:xfrm>
          <a:prstGeom prst="rect">
            <a:avLst/>
          </a:prstGeom>
          <a:ln w="12700" cap="flat">
            <a:noFill/>
            <a:miter lim="400000"/>
          </a:ln>
          <a:effectLst/>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Insert short chapter name…"/>
          <p:cNvSpPr txBox="1">
            <a:spLocks noGrp="1"/>
          </p:cNvSpPr>
          <p:nvPr>
            <p:ph type="body" sz="quarter" idx="21"/>
          </p:nvPr>
        </p:nvSpPr>
        <p:spPr>
          <a:xfrm>
            <a:off x="3749040" y="4389125"/>
            <a:ext cx="10728960" cy="2682786"/>
          </a:xfrm>
          <a:prstGeom prst="rect">
            <a:avLst/>
          </a:prstGeom>
        </p:spPr>
        <p:txBody>
          <a:bodyPr/>
          <a:lstStyle/>
          <a:p>
            <a:pPr marL="0" indent="0" defTabSz="470262">
              <a:lnSpc>
                <a:spcPct val="150000"/>
              </a:lnSpc>
              <a:spcBef>
                <a:spcPts val="0"/>
              </a:spcBef>
              <a:buClr>
                <a:srgbClr val="FFFFFF"/>
              </a:buClr>
              <a:buSzTx/>
              <a:buNone/>
              <a:defRPr sz="4000">
                <a:solidFill>
                  <a:srgbClr val="FFFFFF"/>
                </a:solidFill>
              </a:defRPr>
            </a:pPr>
            <a:r>
              <a:rPr lang="en-US" dirty="0"/>
              <a:t>The History that Led to Agentic Systems</a:t>
            </a:r>
          </a:p>
          <a:p>
            <a:pPr marL="0" indent="0" defTabSz="470262">
              <a:lnSpc>
                <a:spcPct val="150000"/>
              </a:lnSpc>
              <a:spcBef>
                <a:spcPts val="0"/>
              </a:spcBef>
              <a:buClr>
                <a:srgbClr val="FFFFFF"/>
              </a:buClr>
              <a:buSzTx/>
              <a:buNone/>
              <a:defRPr sz="4000">
                <a:solidFill>
                  <a:srgbClr val="FFFFFF"/>
                </a:solidFill>
              </a:defRPr>
            </a:pPr>
            <a:r>
              <a:rPr lang="en-US" dirty="0"/>
              <a:t>Technologies for Building Agentic Systems Demo</a:t>
            </a:r>
            <a:endParaRPr dirty="0"/>
          </a:p>
        </p:txBody>
      </p:sp>
      <p:sp>
        <p:nvSpPr>
          <p:cNvPr id="242" name="Pag. 4…"/>
          <p:cNvSpPr txBox="1">
            <a:spLocks noGrp="1"/>
          </p:cNvSpPr>
          <p:nvPr>
            <p:ph type="body" sz="quarter" idx="22"/>
          </p:nvPr>
        </p:nvSpPr>
        <p:spPr>
          <a:xfrm>
            <a:off x="16014192" y="4630425"/>
            <a:ext cx="1217274" cy="2338076"/>
          </a:xfrm>
          <a:prstGeom prst="rect">
            <a:avLst/>
          </a:prstGeom>
        </p:spPr>
        <p:txBody>
          <a:bodyPr/>
          <a:lstStyle/>
          <a:p>
            <a:pPr marL="0" indent="0">
              <a:lnSpc>
                <a:spcPct val="280000"/>
              </a:lnSpc>
              <a:buClrTx/>
              <a:buSzTx/>
              <a:buNone/>
              <a:defRPr sz="1600">
                <a:solidFill>
                  <a:srgbClr val="FFFFFF"/>
                </a:solidFill>
              </a:defRPr>
            </a:pPr>
            <a:r>
              <a:rPr dirty="0"/>
              <a:t>Pag. 4</a:t>
            </a:r>
          </a:p>
          <a:p>
            <a:pPr marL="0" indent="0">
              <a:lnSpc>
                <a:spcPct val="280000"/>
              </a:lnSpc>
              <a:buClrTx/>
              <a:buSzTx/>
              <a:buNone/>
              <a:defRPr sz="1600">
                <a:solidFill>
                  <a:srgbClr val="FFFFFF"/>
                </a:solidFill>
              </a:defRPr>
            </a:pPr>
            <a:r>
              <a:rPr dirty="0"/>
              <a:t>Pag. 14</a:t>
            </a:r>
          </a:p>
          <a:p>
            <a:pPr marL="0" indent="0">
              <a:lnSpc>
                <a:spcPct val="280000"/>
              </a:lnSpc>
              <a:buClrTx/>
              <a:buSzTx/>
              <a:buNone/>
              <a:defRPr sz="1600">
                <a:solidFill>
                  <a:srgbClr val="FFFFFF"/>
                </a:solidFill>
              </a:defRPr>
            </a:pPr>
            <a:r>
              <a:rPr dirty="0"/>
              <a:t>Pag. 19</a:t>
            </a:r>
          </a:p>
        </p:txBody>
      </p:sp>
      <p:sp>
        <p:nvSpPr>
          <p:cNvPr id="243" name="01…"/>
          <p:cNvSpPr txBox="1">
            <a:spLocks noGrp="1"/>
          </p:cNvSpPr>
          <p:nvPr>
            <p:ph type="body" sz="quarter" idx="23"/>
          </p:nvPr>
        </p:nvSpPr>
        <p:spPr>
          <a:xfrm>
            <a:off x="2590800" y="4389125"/>
            <a:ext cx="1328093" cy="2682786"/>
          </a:xfrm>
          <a:prstGeom prst="rect">
            <a:avLst/>
          </a:prstGeom>
        </p:spPr>
        <p:txBody>
          <a:bodyPr/>
          <a:lstStyle/>
          <a:p>
            <a:pPr marL="0" indent="0" defTabSz="470262">
              <a:lnSpc>
                <a:spcPct val="150000"/>
              </a:lnSpc>
              <a:spcBef>
                <a:spcPts val="0"/>
              </a:spcBef>
              <a:buSzTx/>
              <a:buNone/>
              <a:defRPr sz="4000">
                <a:solidFill>
                  <a:srgbClr val="FF5640"/>
                </a:solidFill>
              </a:defRPr>
            </a:pPr>
            <a:r>
              <a:rPr dirty="0"/>
              <a:t>01</a:t>
            </a:r>
          </a:p>
          <a:p>
            <a:pPr marL="0" indent="0" defTabSz="470262">
              <a:lnSpc>
                <a:spcPct val="150000"/>
              </a:lnSpc>
              <a:spcBef>
                <a:spcPts val="0"/>
              </a:spcBef>
              <a:buSzTx/>
              <a:buNone/>
              <a:defRPr sz="4000">
                <a:solidFill>
                  <a:srgbClr val="FF5640"/>
                </a:solidFill>
              </a:defRPr>
            </a:pPr>
            <a:r>
              <a:rPr dirty="0"/>
              <a:t>02</a:t>
            </a:r>
          </a:p>
          <a:p>
            <a:pPr marL="0" indent="0" defTabSz="470262">
              <a:lnSpc>
                <a:spcPct val="150000"/>
              </a:lnSpc>
              <a:spcBef>
                <a:spcPts val="0"/>
              </a:spcBef>
              <a:buSzTx/>
              <a:buNone/>
              <a:defRPr sz="4000">
                <a:solidFill>
                  <a:srgbClr val="FF5640"/>
                </a:solidFill>
              </a:defRPr>
            </a:pPr>
            <a:r>
              <a:rPr dirty="0"/>
              <a:t>03</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Insert chapter 1 name here"/>
          <p:cNvSpPr txBox="1">
            <a:spLocks noGrp="1"/>
          </p:cNvSpPr>
          <p:nvPr>
            <p:ph type="title"/>
          </p:nvPr>
        </p:nvSpPr>
        <p:spPr>
          <a:prstGeom prst="rect">
            <a:avLst/>
          </a:prstGeom>
        </p:spPr>
        <p:txBody>
          <a:bodyPr/>
          <a:lstStyle/>
          <a:p>
            <a:r>
              <a:rPr lang="en-US" dirty="0"/>
              <a:t>The History that Led to Agentic Systems</a:t>
            </a:r>
            <a:endParaRPr dirty="0"/>
          </a:p>
        </p:txBody>
      </p:sp>
      <p:sp>
        <p:nvSpPr>
          <p:cNvPr id="254" name="01"/>
          <p:cNvSpPr txBox="1">
            <a:spLocks noGrp="1"/>
          </p:cNvSpPr>
          <p:nvPr>
            <p:ph type="body" sz="quarter" idx="21"/>
          </p:nvPr>
        </p:nvSpPr>
        <p:spPr>
          <a:prstGeom prst="rect">
            <a:avLst/>
          </a:prstGeom>
        </p:spPr>
        <p:txBody>
          <a:bodyPr/>
          <a:lstStyle/>
          <a:p>
            <a:r>
              <a:rPr dirty="0"/>
              <a:t>01</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FF391-5EB8-C1AE-FE32-9A093DDE2E08}"/>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BB23EED9-762D-898F-5B42-DBD786BBD4A5}"/>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dirty="0"/>
          </a:p>
        </p:txBody>
      </p:sp>
      <p:sp>
        <p:nvSpPr>
          <p:cNvPr id="478" name="Insert chapter name">
            <a:extLst>
              <a:ext uri="{FF2B5EF4-FFF2-40B4-BE49-F238E27FC236}">
                <a16:creationId xmlns:a16="http://schemas.microsoft.com/office/drawing/2014/main" id="{9546BB25-46CC-6099-A933-70CEC62C4E64}"/>
              </a:ext>
            </a:extLst>
          </p:cNvPr>
          <p:cNvSpPr>
            <a:spLocks noGrp="1"/>
          </p:cNvSpPr>
          <p:nvPr>
            <p:ph type="body" sz="quarter" idx="21"/>
          </p:nvPr>
        </p:nvSpPr>
        <p:spPr>
          <a:xfrm>
            <a:off x="609599" y="207805"/>
            <a:ext cx="3779521" cy="395700"/>
          </a:xfrm>
          <a:prstGeom prst="roundRect">
            <a:avLst>
              <a:gd name="adj" fmla="val 50000"/>
            </a:avLst>
          </a:prstGeom>
        </p:spPr>
        <p:txBody>
          <a:bodyPr>
            <a:normAutofit lnSpcReduction="10000"/>
          </a:bodyPr>
          <a:lstStyle/>
          <a:p>
            <a:r>
              <a:rPr lang="en-US" dirty="0"/>
              <a:t>The History that Led to Agentic Systems</a:t>
            </a:r>
            <a:endParaRPr dirty="0"/>
          </a:p>
        </p:txBody>
      </p:sp>
      <p:sp>
        <p:nvSpPr>
          <p:cNvPr id="480" name="Insert long title here">
            <a:extLst>
              <a:ext uri="{FF2B5EF4-FFF2-40B4-BE49-F238E27FC236}">
                <a16:creationId xmlns:a16="http://schemas.microsoft.com/office/drawing/2014/main" id="{656D304A-7A5F-EB17-2B34-042ADD0F38BA}"/>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Early LLM Capabilities</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08EAEFF6-1AFE-B83D-F628-587D9B9C7190}"/>
              </a:ext>
            </a:extLst>
          </p:cNvPr>
          <p:cNvSpPr txBox="1"/>
          <p:nvPr/>
        </p:nvSpPr>
        <p:spPr>
          <a:xfrm>
            <a:off x="636201" y="3975100"/>
            <a:ext cx="13371899" cy="41908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From Static Models to Interactive AI</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LLMs are enormous neural networks (probabilistic model) that predict the next token/word</a:t>
            </a:r>
            <a:r>
              <a:rPr lang="en-US" b="1" kern="100" dirty="0">
                <a:solidFill>
                  <a:srgbClr val="FFFFFF"/>
                </a:solidFill>
                <a:effectLst/>
                <a:ea typeface="Calibri" panose="020F0502020204030204" pitchFamily="34" charset="0"/>
                <a:cs typeface="Times New Roman" panose="02020603050405020304" pitchFamily="18" charset="0"/>
              </a:rPr>
              <a:t> </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LLMs were originally "text-in, text-out“</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Single-shot, stateless</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No way to access live data </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No awareness of external systems</a:t>
            </a:r>
            <a:endParaRPr lang="en-US" b="1"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No way to take actions</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pic>
        <p:nvPicPr>
          <p:cNvPr id="4" name="Picture 3" descr="A diagram of a flowchart&#10;&#10;AI-generated content may be incorrect.">
            <a:extLst>
              <a:ext uri="{FF2B5EF4-FFF2-40B4-BE49-F238E27FC236}">
                <a16:creationId xmlns:a16="http://schemas.microsoft.com/office/drawing/2014/main" id="{8191235B-8F38-CD7A-8349-F3037B722801}"/>
              </a:ext>
            </a:extLst>
          </p:cNvPr>
          <p:cNvPicPr>
            <a:picLocks noChangeAspect="1"/>
          </p:cNvPicPr>
          <p:nvPr/>
        </p:nvPicPr>
        <p:blipFill>
          <a:blip r:embed="rId3"/>
          <a:stretch>
            <a:fillRect/>
          </a:stretch>
        </p:blipFill>
        <p:spPr>
          <a:xfrm>
            <a:off x="3364992" y="8492746"/>
            <a:ext cx="9967828" cy="4002760"/>
          </a:xfrm>
          <a:prstGeom prst="rect">
            <a:avLst/>
          </a:prstGeom>
        </p:spPr>
      </p:pic>
      <p:pic>
        <p:nvPicPr>
          <p:cNvPr id="6" name="Picture 5" descr="A diagram of a flowchart&#10;&#10;AI-generated content may be incorrect.">
            <a:extLst>
              <a:ext uri="{FF2B5EF4-FFF2-40B4-BE49-F238E27FC236}">
                <a16:creationId xmlns:a16="http://schemas.microsoft.com/office/drawing/2014/main" id="{07C3D928-8140-DBD1-B310-501BED2CA9F0}"/>
              </a:ext>
            </a:extLst>
          </p:cNvPr>
          <p:cNvPicPr>
            <a:picLocks noChangeAspect="1"/>
          </p:cNvPicPr>
          <p:nvPr/>
        </p:nvPicPr>
        <p:blipFill>
          <a:blip r:embed="rId4"/>
          <a:stretch>
            <a:fillRect/>
          </a:stretch>
        </p:blipFill>
        <p:spPr>
          <a:xfrm>
            <a:off x="17245585" y="3298256"/>
            <a:ext cx="4889860" cy="7378192"/>
          </a:xfrm>
          <a:prstGeom prst="rect">
            <a:avLst/>
          </a:prstGeom>
        </p:spPr>
      </p:pic>
    </p:spTree>
    <p:extLst>
      <p:ext uri="{BB962C8B-B14F-4D97-AF65-F5344CB8AC3E}">
        <p14:creationId xmlns:p14="http://schemas.microsoft.com/office/powerpoint/2010/main" val="114833871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B6096-3D66-E8A1-0CFB-0B695A774D9C}"/>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8808F015-6163-AD11-E1C5-87D39EB09828}"/>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a:t>
            </a:fld>
            <a:endParaRPr dirty="0"/>
          </a:p>
        </p:txBody>
      </p:sp>
      <p:sp>
        <p:nvSpPr>
          <p:cNvPr id="478" name="Insert chapter name">
            <a:extLst>
              <a:ext uri="{FF2B5EF4-FFF2-40B4-BE49-F238E27FC236}">
                <a16:creationId xmlns:a16="http://schemas.microsoft.com/office/drawing/2014/main" id="{478A2472-F819-F266-B152-05E1B4B0FAD1}"/>
              </a:ext>
            </a:extLst>
          </p:cNvPr>
          <p:cNvSpPr>
            <a:spLocks noGrp="1"/>
          </p:cNvSpPr>
          <p:nvPr>
            <p:ph type="body" sz="quarter" idx="21"/>
          </p:nvPr>
        </p:nvSpPr>
        <p:spPr>
          <a:xfrm>
            <a:off x="609599" y="207805"/>
            <a:ext cx="3779521" cy="395700"/>
          </a:xfrm>
          <a:prstGeom prst="roundRect">
            <a:avLst>
              <a:gd name="adj" fmla="val 50000"/>
            </a:avLst>
          </a:prstGeom>
        </p:spPr>
        <p:txBody>
          <a:bodyPr>
            <a:normAutofit lnSpcReduction="10000"/>
          </a:bodyPr>
          <a:lstStyle/>
          <a:p>
            <a:r>
              <a:rPr lang="en-US" dirty="0"/>
              <a:t>The History that Led to Agentic Systems</a:t>
            </a:r>
            <a:endParaRPr dirty="0"/>
          </a:p>
        </p:txBody>
      </p:sp>
      <p:sp>
        <p:nvSpPr>
          <p:cNvPr id="480" name="Insert long title here">
            <a:extLst>
              <a:ext uri="{FF2B5EF4-FFF2-40B4-BE49-F238E27FC236}">
                <a16:creationId xmlns:a16="http://schemas.microsoft.com/office/drawing/2014/main" id="{4C873EE7-8E77-2F13-0686-AD6CCD26382D}"/>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Fine-Tuning</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57BA341F-A65C-B46F-F001-679CAD441319}"/>
              </a:ext>
            </a:extLst>
          </p:cNvPr>
          <p:cNvSpPr txBox="1"/>
          <p:nvPr/>
        </p:nvSpPr>
        <p:spPr>
          <a:xfrm>
            <a:off x="636201" y="3975100"/>
            <a:ext cx="13371899" cy="30675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Trains the pre-trained LLM model with our specialized dataset: Helpful, but Limited</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Customization via training </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Expensive, slow iteration</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Still no access to external systems</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Still no way to take actions</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2585102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83817-70FF-DA78-2FFC-FCF814B384B8}"/>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9AB3DAF0-BA91-4A91-E956-57B4A2950BCD}"/>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a:t>
            </a:fld>
            <a:endParaRPr dirty="0"/>
          </a:p>
        </p:txBody>
      </p:sp>
      <p:sp>
        <p:nvSpPr>
          <p:cNvPr id="478" name="Insert chapter name">
            <a:extLst>
              <a:ext uri="{FF2B5EF4-FFF2-40B4-BE49-F238E27FC236}">
                <a16:creationId xmlns:a16="http://schemas.microsoft.com/office/drawing/2014/main" id="{25E2495E-ED8C-30EE-196A-614E28FADFDC}"/>
              </a:ext>
            </a:extLst>
          </p:cNvPr>
          <p:cNvSpPr>
            <a:spLocks noGrp="1"/>
          </p:cNvSpPr>
          <p:nvPr>
            <p:ph type="body" sz="quarter" idx="21"/>
          </p:nvPr>
        </p:nvSpPr>
        <p:spPr>
          <a:xfrm>
            <a:off x="609599" y="207805"/>
            <a:ext cx="3779521" cy="395700"/>
          </a:xfrm>
          <a:prstGeom prst="roundRect">
            <a:avLst>
              <a:gd name="adj" fmla="val 50000"/>
            </a:avLst>
          </a:prstGeom>
        </p:spPr>
        <p:txBody>
          <a:bodyPr>
            <a:normAutofit lnSpcReduction="10000"/>
          </a:bodyPr>
          <a:lstStyle/>
          <a:p>
            <a:r>
              <a:rPr lang="en-US" dirty="0"/>
              <a:t>The History that Led to Agentic Systems</a:t>
            </a:r>
            <a:endParaRPr dirty="0"/>
          </a:p>
        </p:txBody>
      </p:sp>
      <p:sp>
        <p:nvSpPr>
          <p:cNvPr id="480" name="Insert long title here">
            <a:extLst>
              <a:ext uri="{FF2B5EF4-FFF2-40B4-BE49-F238E27FC236}">
                <a16:creationId xmlns:a16="http://schemas.microsoft.com/office/drawing/2014/main" id="{F1926AB3-D978-4CBF-76DD-9481F053EF4E}"/>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RAG</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E1B74975-5246-1CBF-FCD8-B2439E59E16B}"/>
              </a:ext>
            </a:extLst>
          </p:cNvPr>
          <p:cNvSpPr txBox="1"/>
          <p:nvPr/>
        </p:nvSpPr>
        <p:spPr>
          <a:xfrm>
            <a:off x="636201" y="3975100"/>
            <a:ext cx="13371899" cy="30675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Giving LLMs Knowledge - </a:t>
            </a:r>
            <a:r>
              <a:rPr lang="en-US" b="1" dirty="0">
                <a:solidFill>
                  <a:srgbClr val="FFFFFF"/>
                </a:solidFill>
              </a:rPr>
              <a:t>R</a:t>
            </a:r>
            <a:r>
              <a:rPr lang="en-US" dirty="0">
                <a:solidFill>
                  <a:srgbClr val="FFFFFF"/>
                </a:solidFill>
              </a:rPr>
              <a:t>etrieval-</a:t>
            </a:r>
            <a:r>
              <a:rPr lang="en-US" b="1" dirty="0">
                <a:solidFill>
                  <a:srgbClr val="FFFFFF"/>
                </a:solidFill>
              </a:rPr>
              <a:t>A</a:t>
            </a:r>
            <a:r>
              <a:rPr lang="en-US" dirty="0">
                <a:solidFill>
                  <a:srgbClr val="FFFFFF"/>
                </a:solidFill>
              </a:rPr>
              <a:t>ugmented </a:t>
            </a:r>
            <a:r>
              <a:rPr lang="en-US" b="1" dirty="0">
                <a:solidFill>
                  <a:srgbClr val="FFFFFF"/>
                </a:solidFill>
              </a:rPr>
              <a:t>G</a:t>
            </a:r>
            <a:r>
              <a:rPr lang="en-US" dirty="0">
                <a:solidFill>
                  <a:srgbClr val="FFFFFF"/>
                </a:solidFill>
              </a:rPr>
              <a:t>eneration</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Adds knowledge beyond training</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Still limited to passive retrieval </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Read-only access</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Still cannot act</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470DFB73-A858-949D-3E35-3B5A388951A6}"/>
              </a:ext>
            </a:extLst>
          </p:cNvPr>
          <p:cNvPicPr>
            <a:picLocks noChangeAspect="1"/>
          </p:cNvPicPr>
          <p:nvPr/>
        </p:nvPicPr>
        <p:blipFill>
          <a:blip r:embed="rId3"/>
          <a:stretch>
            <a:fillRect/>
          </a:stretch>
        </p:blipFill>
        <p:spPr>
          <a:xfrm>
            <a:off x="15288768" y="1968487"/>
            <a:ext cx="6752337" cy="10645821"/>
          </a:xfrm>
          <a:prstGeom prst="rect">
            <a:avLst/>
          </a:prstGeom>
        </p:spPr>
      </p:pic>
    </p:spTree>
    <p:extLst>
      <p:ext uri="{BB962C8B-B14F-4D97-AF65-F5344CB8AC3E}">
        <p14:creationId xmlns:p14="http://schemas.microsoft.com/office/powerpoint/2010/main" val="165954524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B7730-A0B6-5124-0D2A-472E82D8F714}"/>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7F657E30-8B90-6EC0-8C76-94CB22A6816D}"/>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dirty="0"/>
          </a:p>
        </p:txBody>
      </p:sp>
      <p:sp>
        <p:nvSpPr>
          <p:cNvPr id="478" name="Insert chapter name">
            <a:extLst>
              <a:ext uri="{FF2B5EF4-FFF2-40B4-BE49-F238E27FC236}">
                <a16:creationId xmlns:a16="http://schemas.microsoft.com/office/drawing/2014/main" id="{AB5B69DC-BEE9-0CF1-A076-C6F393B27434}"/>
              </a:ext>
            </a:extLst>
          </p:cNvPr>
          <p:cNvSpPr>
            <a:spLocks noGrp="1"/>
          </p:cNvSpPr>
          <p:nvPr>
            <p:ph type="body" sz="quarter" idx="21"/>
          </p:nvPr>
        </p:nvSpPr>
        <p:spPr>
          <a:xfrm>
            <a:off x="609599" y="207805"/>
            <a:ext cx="3779521" cy="395700"/>
          </a:xfrm>
          <a:prstGeom prst="roundRect">
            <a:avLst>
              <a:gd name="adj" fmla="val 50000"/>
            </a:avLst>
          </a:prstGeom>
        </p:spPr>
        <p:txBody>
          <a:bodyPr>
            <a:normAutofit lnSpcReduction="10000"/>
          </a:bodyPr>
          <a:lstStyle/>
          <a:p>
            <a:r>
              <a:rPr lang="en-US" dirty="0"/>
              <a:t>The History that Led to Agentic Systems</a:t>
            </a:r>
            <a:endParaRPr dirty="0"/>
          </a:p>
        </p:txBody>
      </p:sp>
      <p:sp>
        <p:nvSpPr>
          <p:cNvPr id="480" name="Insert long title here">
            <a:extLst>
              <a:ext uri="{FF2B5EF4-FFF2-40B4-BE49-F238E27FC236}">
                <a16:creationId xmlns:a16="http://schemas.microsoft.com/office/drawing/2014/main" id="{8C0CB418-06AE-0579-E0CD-49A49D14EDDE}"/>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Tool Use / Function Calling</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8882B79C-4DDC-5CCB-3941-B5660B051884}"/>
              </a:ext>
            </a:extLst>
          </p:cNvPr>
          <p:cNvSpPr txBox="1"/>
          <p:nvPr/>
        </p:nvSpPr>
        <p:spPr>
          <a:xfrm>
            <a:off x="636201" y="3975100"/>
            <a:ext cx="13371899" cy="30675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LLMs Begin Taking Actions</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LLMs call functions/tools via JSON schemas</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Enabled real actions (APIs, DB calls, file ops)</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But… every system defined tools differently</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No standard, no permissions, no portability</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413F53C0-75D1-39CB-8819-324001D7F5F1}"/>
              </a:ext>
            </a:extLst>
          </p:cNvPr>
          <p:cNvPicPr>
            <a:picLocks noChangeAspect="1"/>
          </p:cNvPicPr>
          <p:nvPr/>
        </p:nvPicPr>
        <p:blipFill>
          <a:blip r:embed="rId3"/>
          <a:stretch>
            <a:fillRect/>
          </a:stretch>
        </p:blipFill>
        <p:spPr>
          <a:xfrm>
            <a:off x="14892251" y="4497745"/>
            <a:ext cx="6852181" cy="5089721"/>
          </a:xfrm>
          <a:prstGeom prst="rect">
            <a:avLst/>
          </a:prstGeom>
        </p:spPr>
      </p:pic>
    </p:spTree>
    <p:extLst>
      <p:ext uri="{BB962C8B-B14F-4D97-AF65-F5344CB8AC3E}">
        <p14:creationId xmlns:p14="http://schemas.microsoft.com/office/powerpoint/2010/main" val="103745322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B804E-A785-FCB1-5BB2-3DC38D4E42F8}"/>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76F16F2F-F4CF-E00E-77CB-750616A531C2}"/>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dirty="0"/>
          </a:p>
        </p:txBody>
      </p:sp>
      <p:sp>
        <p:nvSpPr>
          <p:cNvPr id="478" name="Insert chapter name">
            <a:extLst>
              <a:ext uri="{FF2B5EF4-FFF2-40B4-BE49-F238E27FC236}">
                <a16:creationId xmlns:a16="http://schemas.microsoft.com/office/drawing/2014/main" id="{7D73E8A9-382C-A540-90C8-C4E9DD003D1E}"/>
              </a:ext>
            </a:extLst>
          </p:cNvPr>
          <p:cNvSpPr>
            <a:spLocks noGrp="1"/>
          </p:cNvSpPr>
          <p:nvPr>
            <p:ph type="body" sz="quarter" idx="21"/>
          </p:nvPr>
        </p:nvSpPr>
        <p:spPr>
          <a:xfrm>
            <a:off x="609599" y="207805"/>
            <a:ext cx="3779521" cy="395700"/>
          </a:xfrm>
          <a:prstGeom prst="roundRect">
            <a:avLst>
              <a:gd name="adj" fmla="val 50000"/>
            </a:avLst>
          </a:prstGeom>
        </p:spPr>
        <p:txBody>
          <a:bodyPr>
            <a:normAutofit lnSpcReduction="10000"/>
          </a:bodyPr>
          <a:lstStyle/>
          <a:p>
            <a:r>
              <a:rPr lang="en-US" dirty="0"/>
              <a:t>The History that Led to Agentic Systems</a:t>
            </a:r>
            <a:endParaRPr dirty="0"/>
          </a:p>
        </p:txBody>
      </p:sp>
      <p:sp>
        <p:nvSpPr>
          <p:cNvPr id="480" name="Insert long title here">
            <a:extLst>
              <a:ext uri="{FF2B5EF4-FFF2-40B4-BE49-F238E27FC236}">
                <a16:creationId xmlns:a16="http://schemas.microsoft.com/office/drawing/2014/main" id="{75DD0C68-9190-BFE2-318E-4338D7033993}"/>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MCP</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B6D0BBFB-FE68-5047-1EA8-749F92A82142}"/>
              </a:ext>
            </a:extLst>
          </p:cNvPr>
          <p:cNvSpPr txBox="1"/>
          <p:nvPr/>
        </p:nvSpPr>
        <p:spPr>
          <a:xfrm>
            <a:off x="636201" y="3975100"/>
            <a:ext cx="14250231" cy="45602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LLMs now has a standardized protocol for tools use / function calling</a:t>
            </a:r>
            <a:br>
              <a:rPr lang="en-US" b="1" dirty="0">
                <a:solidFill>
                  <a:srgbClr val="FFFFFF"/>
                </a:solidFill>
              </a:rPr>
            </a:br>
            <a:r>
              <a:rPr lang="en-US" b="1" dirty="0">
                <a:solidFill>
                  <a:srgbClr val="FFFFFF"/>
                </a:solidFill>
              </a:rPr>
              <a:t>M</a:t>
            </a:r>
            <a:r>
              <a:rPr lang="en-US" dirty="0">
                <a:solidFill>
                  <a:srgbClr val="FFFFFF"/>
                </a:solidFill>
              </a:rPr>
              <a:t>odel </a:t>
            </a:r>
            <a:r>
              <a:rPr lang="en-US" b="1" dirty="0">
                <a:solidFill>
                  <a:srgbClr val="FFFFFF"/>
                </a:solidFill>
              </a:rPr>
              <a:t>C</a:t>
            </a:r>
            <a:r>
              <a:rPr lang="en-US" dirty="0">
                <a:solidFill>
                  <a:srgbClr val="FFFFFF"/>
                </a:solidFill>
              </a:rPr>
              <a:t>ontext </a:t>
            </a:r>
            <a:r>
              <a:rPr lang="en-US" b="1" dirty="0">
                <a:solidFill>
                  <a:srgbClr val="FFFFFF"/>
                </a:solidFill>
              </a:rPr>
              <a:t>P</a:t>
            </a:r>
            <a:r>
              <a:rPr lang="en-US" dirty="0">
                <a:solidFill>
                  <a:srgbClr val="FFFFFF"/>
                </a:solidFill>
              </a:rPr>
              <a:t>rotocol: Created by Anthropic </a:t>
            </a:r>
            <a:r>
              <a:rPr lang="en-US" dirty="0">
                <a:solidFill>
                  <a:srgbClr val="FFFFFF"/>
                </a:solidFill>
                <a:hlinkClick r:id="rId3"/>
              </a:rPr>
              <a:t>https://www.anthropic.com/news/model-context-protocol</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Uniform protocol for tools</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Strong permission + security model</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Works locally or remotely</a:t>
            </a:r>
          </a:p>
          <a:p>
            <a:pPr marL="36000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Clear access control</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Build once → use across platforms</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Portable integrations (one server, many clients)</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a typeface="Calibri" panose="020F0502020204030204" pitchFamily="34" charset="0"/>
              <a:cs typeface="Times New Roman" panose="02020603050405020304" pitchFamily="18" charset="0"/>
            </a:endParaRPr>
          </a:p>
        </p:txBody>
      </p:sp>
      <p:pic>
        <p:nvPicPr>
          <p:cNvPr id="3" name="Picture 2" descr="A diagram of a standardized security system&#10;&#10;AI-generated content may be incorrect.">
            <a:extLst>
              <a:ext uri="{FF2B5EF4-FFF2-40B4-BE49-F238E27FC236}">
                <a16:creationId xmlns:a16="http://schemas.microsoft.com/office/drawing/2014/main" id="{C3711AB7-F4D8-D617-E059-5449E8D80F19}"/>
              </a:ext>
            </a:extLst>
          </p:cNvPr>
          <p:cNvPicPr>
            <a:picLocks noChangeAspect="1"/>
          </p:cNvPicPr>
          <p:nvPr/>
        </p:nvPicPr>
        <p:blipFill>
          <a:blip r:embed="rId4"/>
          <a:stretch>
            <a:fillRect/>
          </a:stretch>
        </p:blipFill>
        <p:spPr>
          <a:xfrm>
            <a:off x="4389120" y="8420356"/>
            <a:ext cx="15431466" cy="5087839"/>
          </a:xfrm>
          <a:prstGeom prst="rect">
            <a:avLst/>
          </a:prstGeom>
        </p:spPr>
      </p:pic>
    </p:spTree>
    <p:extLst>
      <p:ext uri="{BB962C8B-B14F-4D97-AF65-F5344CB8AC3E}">
        <p14:creationId xmlns:p14="http://schemas.microsoft.com/office/powerpoint/2010/main" val="242453664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6E476-C94F-4259-BF12-2FCD028D58B0}"/>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97BF5B18-465A-37C6-7EF3-BB7C0E26EDB4}"/>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10</a:t>
            </a:fld>
            <a:endParaRPr dirty="0"/>
          </a:p>
        </p:txBody>
      </p:sp>
      <p:sp>
        <p:nvSpPr>
          <p:cNvPr id="478" name="Insert chapter name">
            <a:extLst>
              <a:ext uri="{FF2B5EF4-FFF2-40B4-BE49-F238E27FC236}">
                <a16:creationId xmlns:a16="http://schemas.microsoft.com/office/drawing/2014/main" id="{DA0C706A-B921-A5BE-9BCE-C4C43EB45713}"/>
              </a:ext>
            </a:extLst>
          </p:cNvPr>
          <p:cNvSpPr>
            <a:spLocks noGrp="1"/>
          </p:cNvSpPr>
          <p:nvPr>
            <p:ph type="body" sz="quarter" idx="21"/>
          </p:nvPr>
        </p:nvSpPr>
        <p:spPr>
          <a:xfrm>
            <a:off x="609599" y="207805"/>
            <a:ext cx="3779521" cy="395700"/>
          </a:xfrm>
          <a:prstGeom prst="roundRect">
            <a:avLst>
              <a:gd name="adj" fmla="val 50000"/>
            </a:avLst>
          </a:prstGeom>
        </p:spPr>
        <p:txBody>
          <a:bodyPr>
            <a:normAutofit lnSpcReduction="10000"/>
          </a:bodyPr>
          <a:lstStyle/>
          <a:p>
            <a:r>
              <a:rPr lang="en-US" dirty="0"/>
              <a:t>The History that Led to Agentic Systems</a:t>
            </a:r>
            <a:endParaRPr dirty="0"/>
          </a:p>
        </p:txBody>
      </p:sp>
      <p:sp>
        <p:nvSpPr>
          <p:cNvPr id="480" name="Insert long title here">
            <a:extLst>
              <a:ext uri="{FF2B5EF4-FFF2-40B4-BE49-F238E27FC236}">
                <a16:creationId xmlns:a16="http://schemas.microsoft.com/office/drawing/2014/main" id="{1EBC8F9E-F82B-35A4-EDC0-4499FAFF6D18}"/>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AI Agents</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CB685BC2-1F59-2A07-C5F4-E00CB275437E}"/>
              </a:ext>
            </a:extLst>
          </p:cNvPr>
          <p:cNvSpPr txBox="1"/>
          <p:nvPr/>
        </p:nvSpPr>
        <p:spPr>
          <a:xfrm>
            <a:off x="636201" y="3975100"/>
            <a:ext cx="13371899" cy="3806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LLM is now a part of a bigger system. LLM is the brain of the AI Agent. </a:t>
            </a:r>
            <a:br>
              <a:rPr lang="en-US" dirty="0">
                <a:solidFill>
                  <a:srgbClr val="FFFFFF"/>
                </a:solidFill>
              </a:rPr>
            </a:br>
            <a:r>
              <a:rPr lang="en-US" dirty="0">
                <a:solidFill>
                  <a:srgbClr val="FFFFFF"/>
                </a:solidFill>
              </a:rPr>
              <a:t>Systems where large language models (LLMs) dynamically direct their</a:t>
            </a:r>
            <a:br>
              <a:rPr lang="en-US" dirty="0">
                <a:solidFill>
                  <a:srgbClr val="FFFFFF"/>
                </a:solidFill>
              </a:rPr>
            </a:br>
            <a:r>
              <a:rPr lang="en-US" dirty="0">
                <a:solidFill>
                  <a:srgbClr val="FFFFFF"/>
                </a:solidFill>
              </a:rPr>
              <a:t>own processes and tool usage, maintaining control over how they accomplish tasks</a:t>
            </a:r>
            <a:endParaRPr lang="en-RO" dirty="0">
              <a:solidFill>
                <a:srgbClr val="FFFFFF"/>
              </a:solidFill>
            </a:endParaRPr>
          </a:p>
          <a:p>
            <a:pPr marL="360000" indent="-360000">
              <a:buClr>
                <a:srgbClr val="FF4230"/>
              </a:buClr>
              <a:buFont typeface="+mj-lt"/>
              <a:buAutoNum type="arabicPeriod"/>
            </a:pPr>
            <a:r>
              <a:rPr lang="en-US" b="1" kern="100" dirty="0" err="1">
                <a:solidFill>
                  <a:srgbClr val="FFFFFF"/>
                </a:solidFill>
                <a:ea typeface="Calibri" panose="020F0502020204030204" pitchFamily="34" charset="0"/>
                <a:cs typeface="Times New Roman" panose="02020603050405020304" pitchFamily="18" charset="0"/>
              </a:rPr>
              <a:t>ReAct</a:t>
            </a:r>
            <a:r>
              <a:rPr lang="en-US" b="1" kern="100" dirty="0">
                <a:solidFill>
                  <a:srgbClr val="FFFFFF"/>
                </a:solidFill>
                <a:ea typeface="Calibri" panose="020F0502020204030204" pitchFamily="34" charset="0"/>
                <a:cs typeface="Times New Roman" panose="02020603050405020304" pitchFamily="18" charset="0"/>
              </a:rPr>
              <a:t> - reasoning and acting</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Maintains state across steps (memory, session, scratchpad)</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Selects tools, evaluates results, and adapts plans dynamically</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Autonomy increases risk → requires constraints, observability, and limits</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a typeface="Calibri" panose="020F0502020204030204" pitchFamily="34" charset="0"/>
              <a:cs typeface="Times New Roman" panose="02020603050405020304" pitchFamily="18" charset="0"/>
            </a:endParaRPr>
          </a:p>
        </p:txBody>
      </p:sp>
      <p:pic>
        <p:nvPicPr>
          <p:cNvPr id="5" name="Picture 4" descr="A diagram of a computer process&#10;&#10;AI-generated content may be incorrect.">
            <a:extLst>
              <a:ext uri="{FF2B5EF4-FFF2-40B4-BE49-F238E27FC236}">
                <a16:creationId xmlns:a16="http://schemas.microsoft.com/office/drawing/2014/main" id="{96EBCA1B-16A2-8728-A314-607B9BA2256E}"/>
              </a:ext>
            </a:extLst>
          </p:cNvPr>
          <p:cNvPicPr>
            <a:picLocks noChangeAspect="1"/>
          </p:cNvPicPr>
          <p:nvPr/>
        </p:nvPicPr>
        <p:blipFill>
          <a:blip r:embed="rId3"/>
          <a:stretch>
            <a:fillRect/>
          </a:stretch>
        </p:blipFill>
        <p:spPr>
          <a:xfrm>
            <a:off x="1998335" y="8407373"/>
            <a:ext cx="8243662" cy="4581574"/>
          </a:xfrm>
          <a:prstGeom prst="rect">
            <a:avLst/>
          </a:prstGeom>
        </p:spPr>
      </p:pic>
      <p:pic>
        <p:nvPicPr>
          <p:cNvPr id="7" name="Picture 6">
            <a:extLst>
              <a:ext uri="{FF2B5EF4-FFF2-40B4-BE49-F238E27FC236}">
                <a16:creationId xmlns:a16="http://schemas.microsoft.com/office/drawing/2014/main" id="{7A0248BE-CF42-8288-7BAC-6E4D52CCA8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92000" y="3145197"/>
            <a:ext cx="10369676" cy="6045563"/>
          </a:xfrm>
          <a:prstGeom prst="rect">
            <a:avLst/>
          </a:prstGeom>
        </p:spPr>
      </p:pic>
    </p:spTree>
    <p:extLst>
      <p:ext uri="{BB962C8B-B14F-4D97-AF65-F5344CB8AC3E}">
        <p14:creationId xmlns:p14="http://schemas.microsoft.com/office/powerpoint/2010/main" val="258905389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39CC0-2251-03BD-7DAC-DB9F247DF607}"/>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A1DC6FF5-84AA-B3D4-96E5-94B31F7CA6D6}"/>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11</a:t>
            </a:fld>
            <a:endParaRPr dirty="0"/>
          </a:p>
        </p:txBody>
      </p:sp>
      <p:sp>
        <p:nvSpPr>
          <p:cNvPr id="478" name="Insert chapter name">
            <a:extLst>
              <a:ext uri="{FF2B5EF4-FFF2-40B4-BE49-F238E27FC236}">
                <a16:creationId xmlns:a16="http://schemas.microsoft.com/office/drawing/2014/main" id="{DFA6E94C-B06A-7C62-AAFA-FD519BB4D299}"/>
              </a:ext>
            </a:extLst>
          </p:cNvPr>
          <p:cNvSpPr>
            <a:spLocks noGrp="1"/>
          </p:cNvSpPr>
          <p:nvPr>
            <p:ph type="body" sz="quarter" idx="21"/>
          </p:nvPr>
        </p:nvSpPr>
        <p:spPr>
          <a:xfrm>
            <a:off x="609599" y="207805"/>
            <a:ext cx="3779521" cy="395700"/>
          </a:xfrm>
          <a:prstGeom prst="roundRect">
            <a:avLst>
              <a:gd name="adj" fmla="val 50000"/>
            </a:avLst>
          </a:prstGeom>
        </p:spPr>
        <p:txBody>
          <a:bodyPr>
            <a:normAutofit lnSpcReduction="10000"/>
          </a:bodyPr>
          <a:lstStyle/>
          <a:p>
            <a:r>
              <a:rPr lang="en-US" dirty="0"/>
              <a:t>The History that Led to Agentic Systems</a:t>
            </a:r>
            <a:endParaRPr dirty="0"/>
          </a:p>
        </p:txBody>
      </p:sp>
      <p:sp>
        <p:nvSpPr>
          <p:cNvPr id="480" name="Insert long title here">
            <a:extLst>
              <a:ext uri="{FF2B5EF4-FFF2-40B4-BE49-F238E27FC236}">
                <a16:creationId xmlns:a16="http://schemas.microsoft.com/office/drawing/2014/main" id="{E5EDC91F-4024-ABFD-CF69-DFF420CA51BD}"/>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Multi-Agentic Systems</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05FCB128-9BB9-56D3-50E2-3A826E8B919B}"/>
              </a:ext>
            </a:extLst>
          </p:cNvPr>
          <p:cNvSpPr txBox="1"/>
          <p:nvPr/>
        </p:nvSpPr>
        <p:spPr>
          <a:xfrm>
            <a:off x="636201" y="3975100"/>
            <a:ext cx="13371899" cy="30675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From Single Decision-Maker to Coordinated Intelligence</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Multiple agents collaborate, each with a specialized role or responsibility</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Tasks are decomposed and delegated (planner, executor, verifier, etc.)</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Agents coordinate via messaging, shared memory, or orchestration layers</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Increased capability, but higher complexity: latency, cost, and failure modes multiply</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E8E6D848-1E8A-014C-F9F3-7C74CBB3AFEF}"/>
              </a:ext>
            </a:extLst>
          </p:cNvPr>
          <p:cNvPicPr>
            <a:picLocks noChangeAspect="1"/>
          </p:cNvPicPr>
          <p:nvPr/>
        </p:nvPicPr>
        <p:blipFill>
          <a:blip r:embed="rId3"/>
          <a:stretch>
            <a:fillRect/>
          </a:stretch>
        </p:blipFill>
        <p:spPr>
          <a:xfrm>
            <a:off x="1292541" y="7558080"/>
            <a:ext cx="21798917" cy="4535090"/>
          </a:xfrm>
          <a:prstGeom prst="rect">
            <a:avLst/>
          </a:prstGeom>
        </p:spPr>
      </p:pic>
    </p:spTree>
    <p:extLst>
      <p:ext uri="{BB962C8B-B14F-4D97-AF65-F5344CB8AC3E}">
        <p14:creationId xmlns:p14="http://schemas.microsoft.com/office/powerpoint/2010/main" val="176485955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B15D9-725B-FB31-2E4B-04ACA56C22B8}"/>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DECC20AC-1F55-C844-F651-EC0EB4E6099B}"/>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dirty="0"/>
          </a:p>
        </p:txBody>
      </p:sp>
      <p:sp>
        <p:nvSpPr>
          <p:cNvPr id="478" name="Insert chapter name">
            <a:extLst>
              <a:ext uri="{FF2B5EF4-FFF2-40B4-BE49-F238E27FC236}">
                <a16:creationId xmlns:a16="http://schemas.microsoft.com/office/drawing/2014/main" id="{002F2A58-BBA3-4AA4-8FB5-85595BA50C3D}"/>
              </a:ext>
            </a:extLst>
          </p:cNvPr>
          <p:cNvSpPr>
            <a:spLocks noGrp="1"/>
          </p:cNvSpPr>
          <p:nvPr>
            <p:ph type="body" sz="quarter" idx="21"/>
          </p:nvPr>
        </p:nvSpPr>
        <p:spPr>
          <a:xfrm>
            <a:off x="609599" y="207805"/>
            <a:ext cx="3779521" cy="395700"/>
          </a:xfrm>
          <a:prstGeom prst="roundRect">
            <a:avLst>
              <a:gd name="adj" fmla="val 50000"/>
            </a:avLst>
          </a:prstGeom>
        </p:spPr>
        <p:txBody>
          <a:bodyPr>
            <a:normAutofit lnSpcReduction="10000"/>
          </a:bodyPr>
          <a:lstStyle/>
          <a:p>
            <a:r>
              <a:rPr lang="en-US" dirty="0"/>
              <a:t>The History that Led to Agentic Systems</a:t>
            </a:r>
            <a:endParaRPr dirty="0"/>
          </a:p>
        </p:txBody>
      </p:sp>
      <p:sp>
        <p:nvSpPr>
          <p:cNvPr id="480" name="Insert long title here">
            <a:extLst>
              <a:ext uri="{FF2B5EF4-FFF2-40B4-BE49-F238E27FC236}">
                <a16:creationId xmlns:a16="http://schemas.microsoft.com/office/drawing/2014/main" id="{F1B3A694-DD67-46E8-803E-3DEAEB5F18C2}"/>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A2A</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888FD3CA-76F2-936F-90CE-FDA9078F03ED}"/>
              </a:ext>
            </a:extLst>
          </p:cNvPr>
          <p:cNvSpPr txBox="1"/>
          <p:nvPr/>
        </p:nvSpPr>
        <p:spPr>
          <a:xfrm>
            <a:off x="636201" y="3975100"/>
            <a:ext cx="13371899" cy="34368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Standardized Communication Between Agents</a:t>
            </a:r>
            <a:br>
              <a:rPr lang="en-US" dirty="0">
                <a:solidFill>
                  <a:srgbClr val="FFFFFF"/>
                </a:solidFill>
              </a:rPr>
            </a:br>
            <a:r>
              <a:rPr lang="en-US" b="1" dirty="0">
                <a:solidFill>
                  <a:srgbClr val="FFFFFF"/>
                </a:solidFill>
              </a:rPr>
              <a:t>A</a:t>
            </a:r>
            <a:r>
              <a:rPr lang="en-US" dirty="0">
                <a:solidFill>
                  <a:srgbClr val="FFFFFF"/>
                </a:solidFill>
              </a:rPr>
              <a:t>gent </a:t>
            </a:r>
            <a:r>
              <a:rPr lang="en-US" b="1" dirty="0">
                <a:solidFill>
                  <a:srgbClr val="FFFFFF"/>
                </a:solidFill>
              </a:rPr>
              <a:t>2</a:t>
            </a:r>
            <a:r>
              <a:rPr lang="en-US" dirty="0">
                <a:solidFill>
                  <a:srgbClr val="FFFFFF"/>
                </a:solidFill>
              </a:rPr>
              <a:t> </a:t>
            </a:r>
            <a:r>
              <a:rPr lang="en-US" b="1" dirty="0">
                <a:solidFill>
                  <a:srgbClr val="FFFFFF"/>
                </a:solidFill>
              </a:rPr>
              <a:t>A</a:t>
            </a:r>
            <a:r>
              <a:rPr lang="en-US" dirty="0">
                <a:solidFill>
                  <a:srgbClr val="FFFFFF"/>
                </a:solidFill>
              </a:rPr>
              <a:t>gent: Created by Google </a:t>
            </a:r>
            <a:r>
              <a:rPr lang="en-US" dirty="0">
                <a:solidFill>
                  <a:srgbClr val="FFFFFF"/>
                </a:solidFill>
                <a:hlinkClick r:id="rId3"/>
              </a:rPr>
              <a:t>http://a2a-protocol.org/</a:t>
            </a:r>
            <a:r>
              <a:rPr lang="en-US" dirty="0">
                <a:solidFill>
                  <a:srgbClr val="FFFFFF"/>
                </a:solidFill>
              </a:rPr>
              <a:t> </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Enables agents to communicate across frameworks, runtimes, and deployments</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Defines message formats, handshakes, and capability discovery</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Supports interoperability in distributed, multi-vendor agent systems</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Becomes critical as systems scale beyond single frameworks</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F288AD63-1D69-6EF9-24A9-ADF9BF2B8AB6}"/>
              </a:ext>
            </a:extLst>
          </p:cNvPr>
          <p:cNvPicPr>
            <a:picLocks noChangeAspect="1"/>
          </p:cNvPicPr>
          <p:nvPr/>
        </p:nvPicPr>
        <p:blipFill>
          <a:blip r:embed="rId4"/>
          <a:stretch>
            <a:fillRect/>
          </a:stretch>
        </p:blipFill>
        <p:spPr>
          <a:xfrm>
            <a:off x="12192000" y="4819891"/>
            <a:ext cx="10722864" cy="7895206"/>
          </a:xfrm>
          <a:prstGeom prst="rect">
            <a:avLst/>
          </a:prstGeom>
        </p:spPr>
      </p:pic>
    </p:spTree>
    <p:extLst>
      <p:ext uri="{BB962C8B-B14F-4D97-AF65-F5344CB8AC3E}">
        <p14:creationId xmlns:p14="http://schemas.microsoft.com/office/powerpoint/2010/main" val="62054215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05A89-9A61-C15E-8DF4-40714AB2D7EF}"/>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0EA64D44-F1A7-8B82-DE96-0007267090A7}"/>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13</a:t>
            </a:fld>
            <a:endParaRPr dirty="0"/>
          </a:p>
        </p:txBody>
      </p:sp>
      <p:sp>
        <p:nvSpPr>
          <p:cNvPr id="478" name="Insert chapter name">
            <a:extLst>
              <a:ext uri="{FF2B5EF4-FFF2-40B4-BE49-F238E27FC236}">
                <a16:creationId xmlns:a16="http://schemas.microsoft.com/office/drawing/2014/main" id="{4CD85C7E-7689-E536-EE6A-0447A2916B83}"/>
              </a:ext>
            </a:extLst>
          </p:cNvPr>
          <p:cNvSpPr>
            <a:spLocks noGrp="1"/>
          </p:cNvSpPr>
          <p:nvPr>
            <p:ph type="body" sz="quarter" idx="21"/>
          </p:nvPr>
        </p:nvSpPr>
        <p:spPr>
          <a:xfrm>
            <a:off x="609599" y="207805"/>
            <a:ext cx="3779521" cy="395700"/>
          </a:xfrm>
          <a:prstGeom prst="roundRect">
            <a:avLst>
              <a:gd name="adj" fmla="val 50000"/>
            </a:avLst>
          </a:prstGeom>
        </p:spPr>
        <p:txBody>
          <a:bodyPr>
            <a:normAutofit lnSpcReduction="10000"/>
          </a:bodyPr>
          <a:lstStyle/>
          <a:p>
            <a:r>
              <a:rPr lang="en-US" dirty="0"/>
              <a:t>The History that Led to Agentic Systems</a:t>
            </a:r>
            <a:endParaRPr dirty="0"/>
          </a:p>
        </p:txBody>
      </p:sp>
      <p:sp>
        <p:nvSpPr>
          <p:cNvPr id="480" name="Insert long title here">
            <a:extLst>
              <a:ext uri="{FF2B5EF4-FFF2-40B4-BE49-F238E27FC236}">
                <a16:creationId xmlns:a16="http://schemas.microsoft.com/office/drawing/2014/main" id="{DD57615B-E07F-3818-B610-6CDC9EA34053}"/>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Workflows</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2404496B-F29D-4F8A-382A-C7EC88F87AF7}"/>
              </a:ext>
            </a:extLst>
          </p:cNvPr>
          <p:cNvSpPr txBox="1"/>
          <p:nvPr/>
        </p:nvSpPr>
        <p:spPr>
          <a:xfrm>
            <a:off x="636201" y="3975100"/>
            <a:ext cx="13371899" cy="25058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Deterministic Orchestration Over Autonomy</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Predefined steps with explicit control flow (sequential, branching, parallel)</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Deterministic, testable, and easier to debug than agents</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Ideal for stable business logic and well-known processes</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66F7D815-EBA8-17D4-FFB0-C42987321C7B}"/>
              </a:ext>
            </a:extLst>
          </p:cNvPr>
          <p:cNvPicPr>
            <a:picLocks noChangeAspect="1"/>
          </p:cNvPicPr>
          <p:nvPr/>
        </p:nvPicPr>
        <p:blipFill>
          <a:blip r:embed="rId3"/>
          <a:stretch>
            <a:fillRect/>
          </a:stretch>
        </p:blipFill>
        <p:spPr>
          <a:xfrm>
            <a:off x="908595" y="7753044"/>
            <a:ext cx="22566810" cy="2505814"/>
          </a:xfrm>
          <a:prstGeom prst="rect">
            <a:avLst/>
          </a:prstGeom>
        </p:spPr>
      </p:pic>
    </p:spTree>
    <p:extLst>
      <p:ext uri="{BB962C8B-B14F-4D97-AF65-F5344CB8AC3E}">
        <p14:creationId xmlns:p14="http://schemas.microsoft.com/office/powerpoint/2010/main" val="316287952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C5DAC-72BA-C2AD-B91B-358924F50302}"/>
            </a:ext>
          </a:extLst>
        </p:cNvPr>
        <p:cNvGrpSpPr/>
        <p:nvPr/>
      </p:nvGrpSpPr>
      <p:grpSpPr>
        <a:xfrm>
          <a:off x="0" y="0"/>
          <a:ext cx="0" cy="0"/>
          <a:chOff x="0" y="0"/>
          <a:chExt cx="0" cy="0"/>
        </a:xfrm>
      </p:grpSpPr>
      <p:sp>
        <p:nvSpPr>
          <p:cNvPr id="253" name="Insert chapter 1 name here">
            <a:extLst>
              <a:ext uri="{FF2B5EF4-FFF2-40B4-BE49-F238E27FC236}">
                <a16:creationId xmlns:a16="http://schemas.microsoft.com/office/drawing/2014/main" id="{836ABFE6-6DB2-EEEA-0A9C-21E8D1B314FA}"/>
              </a:ext>
            </a:extLst>
          </p:cNvPr>
          <p:cNvSpPr txBox="1">
            <a:spLocks noGrp="1"/>
          </p:cNvSpPr>
          <p:nvPr>
            <p:ph type="title"/>
          </p:nvPr>
        </p:nvSpPr>
        <p:spPr>
          <a:prstGeom prst="rect">
            <a:avLst/>
          </a:prstGeom>
        </p:spPr>
        <p:txBody>
          <a:bodyPr>
            <a:normAutofit fontScale="90000"/>
          </a:bodyPr>
          <a:lstStyle/>
          <a:p>
            <a:r>
              <a:rPr lang="en-US" dirty="0"/>
              <a:t>Technologies for Building Agentic Systems</a:t>
            </a:r>
            <a:endParaRPr dirty="0"/>
          </a:p>
        </p:txBody>
      </p:sp>
      <p:sp>
        <p:nvSpPr>
          <p:cNvPr id="254" name="01">
            <a:extLst>
              <a:ext uri="{FF2B5EF4-FFF2-40B4-BE49-F238E27FC236}">
                <a16:creationId xmlns:a16="http://schemas.microsoft.com/office/drawing/2014/main" id="{5FED3C26-46F3-6872-649E-96DADA0A56A8}"/>
              </a:ext>
            </a:extLst>
          </p:cNvPr>
          <p:cNvSpPr txBox="1">
            <a:spLocks noGrp="1"/>
          </p:cNvSpPr>
          <p:nvPr>
            <p:ph type="body" sz="quarter" idx="21"/>
          </p:nvPr>
        </p:nvSpPr>
        <p:spPr>
          <a:prstGeom prst="rect">
            <a:avLst/>
          </a:prstGeom>
        </p:spPr>
        <p:txBody>
          <a:bodyPr/>
          <a:lstStyle/>
          <a:p>
            <a:r>
              <a:rPr dirty="0"/>
              <a:t>02</a:t>
            </a:r>
          </a:p>
        </p:txBody>
      </p:sp>
    </p:spTree>
    <p:extLst>
      <p:ext uri="{BB962C8B-B14F-4D97-AF65-F5344CB8AC3E}">
        <p14:creationId xmlns:p14="http://schemas.microsoft.com/office/powerpoint/2010/main" val="79964900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E44A7-D6DB-BB1A-D91A-A7202D996328}"/>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7A207CC9-FEA7-DB0D-4757-F9892EDCF8EE}"/>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15</a:t>
            </a:fld>
            <a:endParaRPr dirty="0"/>
          </a:p>
        </p:txBody>
      </p:sp>
      <p:sp>
        <p:nvSpPr>
          <p:cNvPr id="478" name="Insert chapter name">
            <a:extLst>
              <a:ext uri="{FF2B5EF4-FFF2-40B4-BE49-F238E27FC236}">
                <a16:creationId xmlns:a16="http://schemas.microsoft.com/office/drawing/2014/main" id="{746EC3EE-0509-0CA4-8067-107E203C0525}"/>
              </a:ext>
            </a:extLst>
          </p:cNvPr>
          <p:cNvSpPr>
            <a:spLocks noGrp="1"/>
          </p:cNvSpPr>
          <p:nvPr>
            <p:ph type="body" sz="quarter" idx="21"/>
          </p:nvPr>
        </p:nvSpPr>
        <p:spPr>
          <a:xfrm>
            <a:off x="609599" y="207805"/>
            <a:ext cx="4108705" cy="395699"/>
          </a:xfrm>
          <a:prstGeom prst="roundRect">
            <a:avLst>
              <a:gd name="adj" fmla="val 50000"/>
            </a:avLst>
          </a:prstGeom>
        </p:spPr>
        <p:txBody>
          <a:bodyPr>
            <a:normAutofit lnSpcReduction="10000"/>
          </a:bodyPr>
          <a:lstStyle/>
          <a:p>
            <a:r>
              <a:rPr lang="en-US" dirty="0"/>
              <a:t>Technologies for Building Agentic Systems</a:t>
            </a:r>
            <a:endParaRPr dirty="0"/>
          </a:p>
        </p:txBody>
      </p:sp>
      <p:sp>
        <p:nvSpPr>
          <p:cNvPr id="480" name="Insert long title here">
            <a:extLst>
              <a:ext uri="{FF2B5EF4-FFF2-40B4-BE49-F238E27FC236}">
                <a16:creationId xmlns:a16="http://schemas.microsoft.com/office/drawing/2014/main" id="{1EB18BF5-A15A-E26E-3E6E-329215109683}"/>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No-code Agentic System Builders</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528D1139-97D5-A0C4-6DF4-F6C77E93E824}"/>
              </a:ext>
            </a:extLst>
          </p:cNvPr>
          <p:cNvSpPr txBox="1"/>
          <p:nvPr/>
        </p:nvSpPr>
        <p:spPr>
          <a:xfrm>
            <a:off x="636201" y="3975100"/>
            <a:ext cx="13371899" cy="21364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No-code, or more precisely low-code, based on drag and drop.</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Zapier</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n8n</a:t>
            </a:r>
          </a:p>
          <a:p>
            <a:pPr marL="360000" lvl="0" indent="-360000">
              <a:buClr>
                <a:srgbClr val="FF4230"/>
              </a:buClr>
              <a:buFont typeface="+mj-lt"/>
              <a:buAutoNum type="arabicPeriod"/>
              <a:tabLst>
                <a:tab pos="457200" algn="l"/>
              </a:tabLst>
            </a:pPr>
            <a:r>
              <a:rPr lang="en-US" b="1" kern="100" dirty="0" err="1">
                <a:solidFill>
                  <a:srgbClr val="FFFFFF"/>
                </a:solidFill>
                <a:ea typeface="Calibri" panose="020F0502020204030204" pitchFamily="34" charset="0"/>
                <a:cs typeface="Times New Roman" panose="02020603050405020304" pitchFamily="18" charset="0"/>
              </a:rPr>
              <a:t>OpenAi</a:t>
            </a:r>
            <a:r>
              <a:rPr lang="en-US" b="1" kern="100" dirty="0">
                <a:solidFill>
                  <a:srgbClr val="FFFFFF"/>
                </a:solidFill>
                <a:ea typeface="Calibri" panose="020F0502020204030204" pitchFamily="34" charset="0"/>
                <a:cs typeface="Times New Roman" panose="02020603050405020304" pitchFamily="18" charset="0"/>
              </a:rPr>
              <a:t> Agent Builder</a:t>
            </a:r>
            <a:endParaRPr lang="en-RO" b="1" kern="100" dirty="0">
              <a:effectLst/>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87F03789-5B4F-68B0-3038-41BB5C30B01B}"/>
              </a:ext>
            </a:extLst>
          </p:cNvPr>
          <p:cNvPicPr>
            <a:picLocks noChangeAspect="1"/>
          </p:cNvPicPr>
          <p:nvPr/>
        </p:nvPicPr>
        <p:blipFill>
          <a:blip r:embed="rId3"/>
          <a:stretch>
            <a:fillRect/>
          </a:stretch>
        </p:blipFill>
        <p:spPr>
          <a:xfrm>
            <a:off x="3694176" y="6320511"/>
            <a:ext cx="6525536" cy="2000529"/>
          </a:xfrm>
          <a:prstGeom prst="rect">
            <a:avLst/>
          </a:prstGeom>
        </p:spPr>
      </p:pic>
      <p:pic>
        <p:nvPicPr>
          <p:cNvPr id="6" name="Picture 5">
            <a:extLst>
              <a:ext uri="{FF2B5EF4-FFF2-40B4-BE49-F238E27FC236}">
                <a16:creationId xmlns:a16="http://schemas.microsoft.com/office/drawing/2014/main" id="{7FDF835D-B45C-E095-5666-BA2C6C6EF31B}"/>
              </a:ext>
            </a:extLst>
          </p:cNvPr>
          <p:cNvPicPr>
            <a:picLocks noChangeAspect="1"/>
          </p:cNvPicPr>
          <p:nvPr/>
        </p:nvPicPr>
        <p:blipFill>
          <a:blip r:embed="rId4"/>
          <a:stretch>
            <a:fillRect/>
          </a:stretch>
        </p:blipFill>
        <p:spPr>
          <a:xfrm>
            <a:off x="951399" y="8936226"/>
            <a:ext cx="6370751" cy="2488298"/>
          </a:xfrm>
          <a:prstGeom prst="rect">
            <a:avLst/>
          </a:prstGeom>
        </p:spPr>
      </p:pic>
      <p:pic>
        <p:nvPicPr>
          <p:cNvPr id="8" name="Picture 7">
            <a:extLst>
              <a:ext uri="{FF2B5EF4-FFF2-40B4-BE49-F238E27FC236}">
                <a16:creationId xmlns:a16="http://schemas.microsoft.com/office/drawing/2014/main" id="{91B9316F-FCAD-4F2C-9D04-A15AED01E277}"/>
              </a:ext>
            </a:extLst>
          </p:cNvPr>
          <p:cNvPicPr>
            <a:picLocks noChangeAspect="1"/>
          </p:cNvPicPr>
          <p:nvPr/>
        </p:nvPicPr>
        <p:blipFill>
          <a:blip r:embed="rId5"/>
          <a:stretch>
            <a:fillRect/>
          </a:stretch>
        </p:blipFill>
        <p:spPr>
          <a:xfrm>
            <a:off x="11129883" y="4119484"/>
            <a:ext cx="12614582" cy="7902624"/>
          </a:xfrm>
          <a:prstGeom prst="rect">
            <a:avLst/>
          </a:prstGeom>
        </p:spPr>
      </p:pic>
    </p:spTree>
    <p:extLst>
      <p:ext uri="{BB962C8B-B14F-4D97-AF65-F5344CB8AC3E}">
        <p14:creationId xmlns:p14="http://schemas.microsoft.com/office/powerpoint/2010/main" val="191346243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1E1D6-E97B-7B65-690F-0B8299EB0931}"/>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8D5C8DBC-EB50-4FDA-8C83-754E1D8BAD35}"/>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dirty="0"/>
          </a:p>
        </p:txBody>
      </p:sp>
      <p:sp>
        <p:nvSpPr>
          <p:cNvPr id="478" name="Insert chapter name">
            <a:extLst>
              <a:ext uri="{FF2B5EF4-FFF2-40B4-BE49-F238E27FC236}">
                <a16:creationId xmlns:a16="http://schemas.microsoft.com/office/drawing/2014/main" id="{8BD2DAC2-1107-FD5D-A0BA-D7C0D96410F2}"/>
              </a:ext>
            </a:extLst>
          </p:cNvPr>
          <p:cNvSpPr>
            <a:spLocks noGrp="1"/>
          </p:cNvSpPr>
          <p:nvPr>
            <p:ph type="body" sz="quarter" idx="21"/>
          </p:nvPr>
        </p:nvSpPr>
        <p:spPr>
          <a:xfrm>
            <a:off x="609599" y="207805"/>
            <a:ext cx="4108705" cy="395699"/>
          </a:xfrm>
          <a:prstGeom prst="roundRect">
            <a:avLst>
              <a:gd name="adj" fmla="val 50000"/>
            </a:avLst>
          </a:prstGeom>
        </p:spPr>
        <p:txBody>
          <a:bodyPr>
            <a:normAutofit lnSpcReduction="10000"/>
          </a:bodyPr>
          <a:lstStyle/>
          <a:p>
            <a:r>
              <a:rPr lang="en-US" dirty="0"/>
              <a:t>Technologies for Building Agentic Systems</a:t>
            </a:r>
            <a:endParaRPr dirty="0"/>
          </a:p>
        </p:txBody>
      </p:sp>
      <p:sp>
        <p:nvSpPr>
          <p:cNvPr id="480" name="Insert long title here">
            <a:extLst>
              <a:ext uri="{FF2B5EF4-FFF2-40B4-BE49-F238E27FC236}">
                <a16:creationId xmlns:a16="http://schemas.microsoft.com/office/drawing/2014/main" id="{5C17E5F9-8B0A-E4F0-1412-9A30B9F46BB5}"/>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US" dirty="0"/>
              <a:t>It's a Python's World</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AF049F5D-3026-0056-6678-FAA414AABE05}"/>
              </a:ext>
            </a:extLst>
          </p:cNvPr>
          <p:cNvSpPr txBox="1"/>
          <p:nvPr/>
        </p:nvSpPr>
        <p:spPr>
          <a:xfrm>
            <a:off x="636201" y="3975100"/>
            <a:ext cx="13371899" cy="51219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2025 was game changer. Everyone was building AI Agents.</a:t>
            </a:r>
            <a:br>
              <a:rPr lang="en-US" dirty="0">
                <a:solidFill>
                  <a:srgbClr val="FFFFFF"/>
                </a:solidFill>
              </a:rPr>
            </a:br>
            <a:r>
              <a:rPr lang="en-US" dirty="0">
                <a:solidFill>
                  <a:srgbClr val="FFFFFF"/>
                </a:solidFill>
              </a:rPr>
              <a:t>In 2025 many of these were received official release status. And yes, AI development is Python’s world, all the news are coming from the Python community.</a:t>
            </a:r>
            <a:endParaRPr lang="en-RO" dirty="0">
              <a:solidFill>
                <a:srgbClr val="FFFFFF"/>
              </a:solidFill>
            </a:endParaRPr>
          </a:p>
          <a:p>
            <a:pPr marL="360000" indent="-360000">
              <a:buClr>
                <a:srgbClr val="FF4230"/>
              </a:buClr>
              <a:buFont typeface="+mj-lt"/>
              <a:buAutoNum type="arabicPeriod"/>
            </a:pPr>
            <a:r>
              <a:rPr lang="en-US" b="1" kern="100" dirty="0" err="1">
                <a:solidFill>
                  <a:srgbClr val="FFFFFF"/>
                </a:solidFill>
                <a:ea typeface="Calibri" panose="020F0502020204030204" pitchFamily="34" charset="0"/>
                <a:cs typeface="Times New Roman" panose="02020603050405020304" pitchFamily="18" charset="0"/>
              </a:rPr>
              <a:t>LangChain</a:t>
            </a:r>
            <a:endParaRPr lang="en-US" b="1" kern="100" dirty="0">
              <a:solidFill>
                <a:srgbClr val="FFFFFF"/>
              </a:solidFill>
              <a:ea typeface="Calibri" panose="020F0502020204030204" pitchFamily="34" charset="0"/>
              <a:cs typeface="Times New Roman" panose="02020603050405020304" pitchFamily="18" charset="0"/>
            </a:endParaRPr>
          </a:p>
          <a:p>
            <a:pPr marL="360000" indent="-360000">
              <a:buClr>
                <a:srgbClr val="FF4230"/>
              </a:buClr>
              <a:buFont typeface="+mj-lt"/>
              <a:buAutoNum type="arabicPeriod"/>
            </a:pPr>
            <a:r>
              <a:rPr lang="en-US" b="1" kern="100" dirty="0" err="1">
                <a:solidFill>
                  <a:srgbClr val="FFFFFF"/>
                </a:solidFill>
                <a:effectLst/>
                <a:ea typeface="Calibri" panose="020F0502020204030204" pitchFamily="34" charset="0"/>
                <a:cs typeface="Times New Roman" panose="02020603050405020304" pitchFamily="18" charset="0"/>
              </a:rPr>
              <a:t>LangGraph</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err="1">
                <a:solidFill>
                  <a:srgbClr val="FFFFFF"/>
                </a:solidFill>
                <a:ea typeface="Calibri" panose="020F0502020204030204" pitchFamily="34" charset="0"/>
                <a:cs typeface="Times New Roman" panose="02020603050405020304" pitchFamily="18" charset="0"/>
              </a:rPr>
              <a:t>PydanticAI</a:t>
            </a:r>
            <a:endParaRPr lang="en-US" b="1"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err="1">
                <a:solidFill>
                  <a:srgbClr val="FFFFFF"/>
                </a:solidFill>
                <a:ea typeface="Calibri" panose="020F0502020204030204" pitchFamily="34" charset="0"/>
                <a:cs typeface="Times New Roman" panose="02020603050405020304" pitchFamily="18" charset="0"/>
              </a:rPr>
              <a:t>CrewAI</a:t>
            </a:r>
            <a:endParaRPr lang="en-US" b="1"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Google Agent Development Kit (</a:t>
            </a:r>
            <a:r>
              <a:rPr lang="en-US" b="1" kern="100" dirty="0" err="1">
                <a:solidFill>
                  <a:srgbClr val="FFFFFF"/>
                </a:solidFill>
                <a:ea typeface="Calibri" panose="020F0502020204030204" pitchFamily="34" charset="0"/>
                <a:cs typeface="Times New Roman" panose="02020603050405020304" pitchFamily="18" charset="0"/>
              </a:rPr>
              <a:t>adk</a:t>
            </a:r>
            <a:r>
              <a:rPr lang="en-US" b="1" kern="100" dirty="0">
                <a:solidFill>
                  <a:srgbClr val="FFFFFF"/>
                </a:solidFill>
                <a:ea typeface="Calibri" panose="020F0502020204030204" pitchFamily="34" charset="0"/>
                <a:cs typeface="Times New Roman" panose="02020603050405020304" pitchFamily="18" charset="0"/>
              </a:rPr>
              <a:t>-python)</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OpenAI Agents (</a:t>
            </a:r>
            <a:r>
              <a:rPr lang="en-US" b="1" kern="100" dirty="0" err="1">
                <a:solidFill>
                  <a:srgbClr val="FFFFFF"/>
                </a:solidFill>
                <a:ea typeface="Calibri" panose="020F0502020204030204" pitchFamily="34" charset="0"/>
                <a:cs typeface="Times New Roman" panose="02020603050405020304" pitchFamily="18" charset="0"/>
              </a:rPr>
              <a:t>openai</a:t>
            </a:r>
            <a:r>
              <a:rPr lang="en-US" b="1" kern="100" dirty="0">
                <a:solidFill>
                  <a:srgbClr val="FFFFFF"/>
                </a:solidFill>
                <a:ea typeface="Calibri" panose="020F0502020204030204" pitchFamily="34" charset="0"/>
                <a:cs typeface="Times New Roman" panose="02020603050405020304" pitchFamily="18" charset="0"/>
              </a:rPr>
              <a:t>-agents-python)</a:t>
            </a: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Anthropic Claude Agents (</a:t>
            </a:r>
            <a:r>
              <a:rPr lang="en-US" b="1" kern="100" dirty="0" err="1">
                <a:solidFill>
                  <a:srgbClr val="FFFFFF"/>
                </a:solidFill>
                <a:ea typeface="Calibri" panose="020F0502020204030204" pitchFamily="34" charset="0"/>
                <a:cs typeface="Times New Roman" panose="02020603050405020304" pitchFamily="18" charset="0"/>
              </a:rPr>
              <a:t>claude</a:t>
            </a:r>
            <a:r>
              <a:rPr lang="en-US" b="1" kern="100" dirty="0">
                <a:solidFill>
                  <a:srgbClr val="FFFFFF"/>
                </a:solidFill>
                <a:ea typeface="Calibri" panose="020F0502020204030204" pitchFamily="34" charset="0"/>
                <a:cs typeface="Times New Roman" panose="02020603050405020304" pitchFamily="18" charset="0"/>
              </a:rPr>
              <a:t>-agent-</a:t>
            </a:r>
            <a:r>
              <a:rPr lang="en-US" b="1" kern="100" dirty="0" err="1">
                <a:solidFill>
                  <a:srgbClr val="FFFFFF"/>
                </a:solidFill>
                <a:ea typeface="Calibri" panose="020F0502020204030204" pitchFamily="34" charset="0"/>
                <a:cs typeface="Times New Roman" panose="02020603050405020304" pitchFamily="18" charset="0"/>
              </a:rPr>
              <a:t>sdk</a:t>
            </a:r>
            <a:r>
              <a:rPr lang="en-US" b="1" kern="100" dirty="0">
                <a:solidFill>
                  <a:srgbClr val="FFFFFF"/>
                </a:solidFill>
                <a:ea typeface="Calibri" panose="020F0502020204030204" pitchFamily="34" charset="0"/>
                <a:cs typeface="Times New Roman" panose="02020603050405020304" pitchFamily="18" charset="0"/>
              </a:rPr>
              <a:t>-python)</a:t>
            </a:r>
            <a:endParaRPr lang="en-RO" b="1" kern="100" dirty="0">
              <a:effectLst/>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9DF8894C-11F2-9310-FE95-0C2CFE4A2A1B}"/>
              </a:ext>
            </a:extLst>
          </p:cNvPr>
          <p:cNvPicPr>
            <a:picLocks noChangeAspect="1"/>
          </p:cNvPicPr>
          <p:nvPr/>
        </p:nvPicPr>
        <p:blipFill>
          <a:blip r:embed="rId3"/>
          <a:stretch>
            <a:fillRect/>
          </a:stretch>
        </p:blipFill>
        <p:spPr>
          <a:xfrm>
            <a:off x="12192000" y="5179024"/>
            <a:ext cx="7384197" cy="2209328"/>
          </a:xfrm>
          <a:prstGeom prst="rect">
            <a:avLst/>
          </a:prstGeom>
        </p:spPr>
      </p:pic>
      <p:pic>
        <p:nvPicPr>
          <p:cNvPr id="9" name="Picture 8">
            <a:extLst>
              <a:ext uri="{FF2B5EF4-FFF2-40B4-BE49-F238E27FC236}">
                <a16:creationId xmlns:a16="http://schemas.microsoft.com/office/drawing/2014/main" id="{F0C9B496-CCAA-31D4-6F4C-B4CD68EFEAB2}"/>
              </a:ext>
            </a:extLst>
          </p:cNvPr>
          <p:cNvPicPr>
            <a:picLocks noChangeAspect="1"/>
          </p:cNvPicPr>
          <p:nvPr/>
        </p:nvPicPr>
        <p:blipFill>
          <a:blip r:embed="rId4"/>
          <a:stretch>
            <a:fillRect/>
          </a:stretch>
        </p:blipFill>
        <p:spPr>
          <a:xfrm>
            <a:off x="12283440" y="8306271"/>
            <a:ext cx="7082500" cy="1852033"/>
          </a:xfrm>
          <a:prstGeom prst="rect">
            <a:avLst/>
          </a:prstGeom>
        </p:spPr>
      </p:pic>
      <p:pic>
        <p:nvPicPr>
          <p:cNvPr id="2050" name="Picture 2" descr="PydanticAI Free SVG, PNG, and vector... · LobeHub">
            <a:extLst>
              <a:ext uri="{FF2B5EF4-FFF2-40B4-BE49-F238E27FC236}">
                <a16:creationId xmlns:a16="http://schemas.microsoft.com/office/drawing/2014/main" id="{5D742AA7-2F76-47E6-AAB8-8BFC0E6E4F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5200" y="8674608"/>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47969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7CBAA-7EEB-E24E-3C58-FB0A4B38AACE}"/>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FA95C7CF-E8DB-12A9-4596-4F8CEB9E5DAA}"/>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17</a:t>
            </a:fld>
            <a:endParaRPr dirty="0"/>
          </a:p>
        </p:txBody>
      </p:sp>
      <p:sp>
        <p:nvSpPr>
          <p:cNvPr id="478" name="Insert chapter name">
            <a:extLst>
              <a:ext uri="{FF2B5EF4-FFF2-40B4-BE49-F238E27FC236}">
                <a16:creationId xmlns:a16="http://schemas.microsoft.com/office/drawing/2014/main" id="{442681BE-6994-FC5A-A215-540DAB3A8142}"/>
              </a:ext>
            </a:extLst>
          </p:cNvPr>
          <p:cNvSpPr>
            <a:spLocks noGrp="1"/>
          </p:cNvSpPr>
          <p:nvPr>
            <p:ph type="body" sz="quarter" idx="21"/>
          </p:nvPr>
        </p:nvSpPr>
        <p:spPr>
          <a:xfrm>
            <a:off x="609599" y="207805"/>
            <a:ext cx="4108705" cy="395699"/>
          </a:xfrm>
          <a:prstGeom prst="roundRect">
            <a:avLst>
              <a:gd name="adj" fmla="val 50000"/>
            </a:avLst>
          </a:prstGeom>
        </p:spPr>
        <p:txBody>
          <a:bodyPr>
            <a:normAutofit lnSpcReduction="10000"/>
          </a:bodyPr>
          <a:lstStyle/>
          <a:p>
            <a:r>
              <a:rPr lang="en-US" dirty="0"/>
              <a:t>Technologies for Building Agentic Systems</a:t>
            </a:r>
            <a:endParaRPr dirty="0"/>
          </a:p>
        </p:txBody>
      </p:sp>
      <p:sp>
        <p:nvSpPr>
          <p:cNvPr id="480" name="Insert long title here">
            <a:extLst>
              <a:ext uri="{FF2B5EF4-FFF2-40B4-BE49-F238E27FC236}">
                <a16:creationId xmlns:a16="http://schemas.microsoft.com/office/drawing/2014/main" id="{F4C70D50-F5E7-239E-0363-5581D7E08915}"/>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US" dirty="0"/>
              <a:t>Microsoft AI Frameworks</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0F96DE0F-036F-E4ED-7B14-174C965B3F20}"/>
              </a:ext>
            </a:extLst>
          </p:cNvPr>
          <p:cNvSpPr txBox="1"/>
          <p:nvPr/>
        </p:nvSpPr>
        <p:spPr>
          <a:xfrm>
            <a:off x="636201" y="3975100"/>
            <a:ext cx="13371899" cy="21364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Microsoft actively develops AI frameworks in both .NET and Python.</a:t>
            </a:r>
            <a:endParaRPr lang="en-RO" dirty="0">
              <a:solidFill>
                <a:srgbClr val="FFFFFF"/>
              </a:solidFill>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Semantic Kernel</a:t>
            </a:r>
          </a:p>
          <a:p>
            <a:pPr marL="360000" indent="-360000">
              <a:buClr>
                <a:srgbClr val="FF4230"/>
              </a:buClr>
              <a:buFont typeface="+mj-lt"/>
              <a:buAutoNum type="arabicPeriod"/>
            </a:pPr>
            <a:r>
              <a:rPr lang="en-US" b="1" kern="100" dirty="0" err="1">
                <a:solidFill>
                  <a:srgbClr val="FFFFFF"/>
                </a:solidFill>
                <a:effectLst/>
                <a:ea typeface="Calibri" panose="020F0502020204030204" pitchFamily="34" charset="0"/>
                <a:cs typeface="Times New Roman" panose="02020603050405020304" pitchFamily="18" charset="0"/>
              </a:rPr>
              <a:t>AutoGen</a:t>
            </a:r>
            <a:endParaRPr lang="en-RO"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Microsoft Agent Framework</a:t>
            </a:r>
            <a:endParaRPr lang="en-RO" b="1" kern="100" dirty="0">
              <a:effectLst/>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7E9C1EDE-3674-9A76-EEE4-89945460199F}"/>
              </a:ext>
            </a:extLst>
          </p:cNvPr>
          <p:cNvPicPr>
            <a:picLocks noChangeAspect="1"/>
          </p:cNvPicPr>
          <p:nvPr/>
        </p:nvPicPr>
        <p:blipFill>
          <a:blip r:embed="rId3"/>
          <a:stretch>
            <a:fillRect/>
          </a:stretch>
        </p:blipFill>
        <p:spPr>
          <a:xfrm>
            <a:off x="16321997" y="3096492"/>
            <a:ext cx="6062516" cy="3515880"/>
          </a:xfrm>
          <a:prstGeom prst="rect">
            <a:avLst/>
          </a:prstGeom>
        </p:spPr>
      </p:pic>
      <p:pic>
        <p:nvPicPr>
          <p:cNvPr id="7" name="Picture 6">
            <a:extLst>
              <a:ext uri="{FF2B5EF4-FFF2-40B4-BE49-F238E27FC236}">
                <a16:creationId xmlns:a16="http://schemas.microsoft.com/office/drawing/2014/main" id="{9D9A5149-9B5A-22CB-E50E-31267C5F3D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1729" y="6358206"/>
            <a:ext cx="15172967" cy="6899490"/>
          </a:xfrm>
          <a:prstGeom prst="rect">
            <a:avLst/>
          </a:prstGeom>
        </p:spPr>
      </p:pic>
    </p:spTree>
    <p:extLst>
      <p:ext uri="{BB962C8B-B14F-4D97-AF65-F5344CB8AC3E}">
        <p14:creationId xmlns:p14="http://schemas.microsoft.com/office/powerpoint/2010/main" val="281033731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23E81-CE62-DD9A-A5D5-691D3F8EEBAA}"/>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281FD630-A02F-0905-0EF8-3F9FB9A21098}"/>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18</a:t>
            </a:fld>
            <a:endParaRPr dirty="0"/>
          </a:p>
        </p:txBody>
      </p:sp>
      <p:sp>
        <p:nvSpPr>
          <p:cNvPr id="478" name="Insert chapter name">
            <a:extLst>
              <a:ext uri="{FF2B5EF4-FFF2-40B4-BE49-F238E27FC236}">
                <a16:creationId xmlns:a16="http://schemas.microsoft.com/office/drawing/2014/main" id="{0AE26D80-8C07-25DB-572C-0A2E1D682347}"/>
              </a:ext>
            </a:extLst>
          </p:cNvPr>
          <p:cNvSpPr>
            <a:spLocks noGrp="1"/>
          </p:cNvSpPr>
          <p:nvPr>
            <p:ph type="body" sz="quarter" idx="21"/>
          </p:nvPr>
        </p:nvSpPr>
        <p:spPr>
          <a:xfrm>
            <a:off x="609599" y="207805"/>
            <a:ext cx="4108705" cy="395699"/>
          </a:xfrm>
          <a:prstGeom prst="roundRect">
            <a:avLst>
              <a:gd name="adj" fmla="val 50000"/>
            </a:avLst>
          </a:prstGeom>
        </p:spPr>
        <p:txBody>
          <a:bodyPr>
            <a:normAutofit lnSpcReduction="10000"/>
          </a:bodyPr>
          <a:lstStyle/>
          <a:p>
            <a:r>
              <a:rPr lang="en-US" dirty="0"/>
              <a:t>Technologies for Building Agentic Systems</a:t>
            </a:r>
            <a:endParaRPr dirty="0"/>
          </a:p>
        </p:txBody>
      </p:sp>
      <p:sp>
        <p:nvSpPr>
          <p:cNvPr id="480" name="Insert long title here">
            <a:extLst>
              <a:ext uri="{FF2B5EF4-FFF2-40B4-BE49-F238E27FC236}">
                <a16:creationId xmlns:a16="http://schemas.microsoft.com/office/drawing/2014/main" id="{8C877C9D-2058-245C-62C8-96BCEB3D8BF4}"/>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US" dirty="0"/>
              <a:t>Microsoft Agent Framework</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2DAC32D7-4EA7-EAC0-1D4C-C9E6FB58C575}"/>
              </a:ext>
            </a:extLst>
          </p:cNvPr>
          <p:cNvSpPr txBox="1"/>
          <p:nvPr/>
        </p:nvSpPr>
        <p:spPr>
          <a:xfrm>
            <a:off x="636201" y="3975100"/>
            <a:ext cx="13371899" cy="19441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The best from both worlds: Semantic Kernel + </a:t>
            </a:r>
            <a:r>
              <a:rPr lang="en-US" dirty="0" err="1">
                <a:solidFill>
                  <a:srgbClr val="FFFFFF"/>
                </a:solidFill>
              </a:rPr>
              <a:t>AutoGen</a:t>
            </a:r>
            <a:r>
              <a:rPr lang="en-US" dirty="0">
                <a:solidFill>
                  <a:srgbClr val="FFFFFF"/>
                </a:solidFill>
              </a:rPr>
              <a:t>.</a:t>
            </a:r>
            <a:br>
              <a:rPr lang="en-US" dirty="0">
                <a:solidFill>
                  <a:srgbClr val="FFFFFF"/>
                </a:solidFill>
              </a:rPr>
            </a:br>
            <a:r>
              <a:rPr lang="en-US" dirty="0">
                <a:solidFill>
                  <a:srgbClr val="FFFFFF"/>
                </a:solidFill>
              </a:rPr>
              <a:t>MAF offers two primary categories of capabilities:</a:t>
            </a:r>
          </a:p>
          <a:p>
            <a:pPr marL="360000" indent="-360000">
              <a:buClr>
                <a:srgbClr val="FF4230"/>
              </a:buClr>
              <a:buFont typeface="+mj-lt"/>
              <a:buAutoNum type="arabicPeriod"/>
            </a:pPr>
            <a:r>
              <a:rPr lang="en-US" b="1" dirty="0">
                <a:solidFill>
                  <a:srgbClr val="FFFFFF"/>
                </a:solidFill>
              </a:rPr>
              <a:t>AI agents</a:t>
            </a:r>
            <a:endParaRPr lang="en-US" b="1" kern="100" dirty="0">
              <a:solidFill>
                <a:srgbClr val="FFFFFF"/>
              </a:solidFill>
              <a:ea typeface="Calibri" panose="020F0502020204030204" pitchFamily="34" charset="0"/>
              <a:cs typeface="Times New Roman" panose="02020603050405020304" pitchFamily="18" charset="0"/>
            </a:endParaRP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Workflows</a:t>
            </a:r>
            <a:endParaRPr lang="en-RO" b="1" kern="100" dirty="0">
              <a:effectLst/>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4BFA3BAC-6727-4675-DFBC-D9101042F838}"/>
              </a:ext>
            </a:extLst>
          </p:cNvPr>
          <p:cNvPicPr>
            <a:picLocks noChangeAspect="1"/>
          </p:cNvPicPr>
          <p:nvPr/>
        </p:nvPicPr>
        <p:blipFill>
          <a:blip r:embed="rId3"/>
          <a:stretch>
            <a:fillRect/>
          </a:stretch>
        </p:blipFill>
        <p:spPr>
          <a:xfrm>
            <a:off x="7322150" y="5624197"/>
            <a:ext cx="7170045" cy="5072499"/>
          </a:xfrm>
          <a:prstGeom prst="rect">
            <a:avLst/>
          </a:prstGeom>
        </p:spPr>
      </p:pic>
    </p:spTree>
    <p:extLst>
      <p:ext uri="{BB962C8B-B14F-4D97-AF65-F5344CB8AC3E}">
        <p14:creationId xmlns:p14="http://schemas.microsoft.com/office/powerpoint/2010/main" val="313669922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AB572-5CC3-51BB-E368-45874BB4BD83}"/>
            </a:ext>
          </a:extLst>
        </p:cNvPr>
        <p:cNvGrpSpPr/>
        <p:nvPr/>
      </p:nvGrpSpPr>
      <p:grpSpPr>
        <a:xfrm>
          <a:off x="0" y="0"/>
          <a:ext cx="0" cy="0"/>
          <a:chOff x="0" y="0"/>
          <a:chExt cx="0" cy="0"/>
        </a:xfrm>
      </p:grpSpPr>
      <p:sp>
        <p:nvSpPr>
          <p:cNvPr id="253" name="Insert chapter 1 name here">
            <a:extLst>
              <a:ext uri="{FF2B5EF4-FFF2-40B4-BE49-F238E27FC236}">
                <a16:creationId xmlns:a16="http://schemas.microsoft.com/office/drawing/2014/main" id="{70A53723-05BA-16DE-718F-3B4BE4780E19}"/>
              </a:ext>
            </a:extLst>
          </p:cNvPr>
          <p:cNvSpPr txBox="1">
            <a:spLocks noGrp="1"/>
          </p:cNvSpPr>
          <p:nvPr>
            <p:ph type="title"/>
          </p:nvPr>
        </p:nvSpPr>
        <p:spPr>
          <a:prstGeom prst="rect">
            <a:avLst/>
          </a:prstGeom>
        </p:spPr>
        <p:txBody>
          <a:bodyPr/>
          <a:lstStyle/>
          <a:p>
            <a:r>
              <a:rPr lang="en-US" dirty="0"/>
              <a:t>Demo</a:t>
            </a:r>
            <a:endParaRPr dirty="0"/>
          </a:p>
        </p:txBody>
      </p:sp>
      <p:sp>
        <p:nvSpPr>
          <p:cNvPr id="254" name="01">
            <a:extLst>
              <a:ext uri="{FF2B5EF4-FFF2-40B4-BE49-F238E27FC236}">
                <a16:creationId xmlns:a16="http://schemas.microsoft.com/office/drawing/2014/main" id="{C4D833CE-51F2-71B9-84DA-AC8029763344}"/>
              </a:ext>
            </a:extLst>
          </p:cNvPr>
          <p:cNvSpPr txBox="1">
            <a:spLocks noGrp="1"/>
          </p:cNvSpPr>
          <p:nvPr>
            <p:ph type="body" sz="quarter" idx="21"/>
          </p:nvPr>
        </p:nvSpPr>
        <p:spPr>
          <a:prstGeom prst="rect">
            <a:avLst/>
          </a:prstGeom>
        </p:spPr>
        <p:txBody>
          <a:bodyPr/>
          <a:lstStyle/>
          <a:p>
            <a:r>
              <a:rPr dirty="0"/>
              <a:t>03</a:t>
            </a:r>
          </a:p>
        </p:txBody>
      </p:sp>
    </p:spTree>
    <p:extLst>
      <p:ext uri="{BB962C8B-B14F-4D97-AF65-F5344CB8AC3E}">
        <p14:creationId xmlns:p14="http://schemas.microsoft.com/office/powerpoint/2010/main" val="110543532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66417-1E68-D09A-A0B9-AC5A84017847}"/>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3C9DD17D-C051-523F-2D61-FEC04B4C87F2}"/>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20</a:t>
            </a:fld>
            <a:endParaRPr dirty="0"/>
          </a:p>
        </p:txBody>
      </p:sp>
      <p:sp>
        <p:nvSpPr>
          <p:cNvPr id="480" name="Insert long title here">
            <a:extLst>
              <a:ext uri="{FF2B5EF4-FFF2-40B4-BE49-F238E27FC236}">
                <a16:creationId xmlns:a16="http://schemas.microsoft.com/office/drawing/2014/main" id="{9105CBB0-5BD3-54EB-4552-28BBBE15030A}"/>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it-IT" dirty="0"/>
              <a:t>Deploy LLM in Azure AI</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C3A7CEDB-7E5A-BFF2-A287-567C7CE235D1}"/>
              </a:ext>
            </a:extLst>
          </p:cNvPr>
          <p:cNvSpPr txBox="1"/>
          <p:nvPr/>
        </p:nvSpPr>
        <p:spPr>
          <a:xfrm>
            <a:off x="636201" y="3975100"/>
            <a:ext cx="13371899" cy="26981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My Visual Studio Benefits: </a:t>
            </a:r>
            <a:r>
              <a:rPr lang="en-US" dirty="0">
                <a:solidFill>
                  <a:srgbClr val="FFFFFF"/>
                </a:solidFill>
                <a:hlinkClick r:id="rId3"/>
              </a:rPr>
              <a:t>https://my.visualstudio.com/Benefits</a:t>
            </a:r>
            <a:r>
              <a:rPr lang="en-US" dirty="0">
                <a:solidFill>
                  <a:srgbClr val="FFFFFF"/>
                </a:solidFill>
              </a:rPr>
              <a:t> </a:t>
            </a:r>
          </a:p>
          <a:p>
            <a:r>
              <a:rPr lang="en-US" dirty="0">
                <a:solidFill>
                  <a:srgbClr val="FFFFFF"/>
                </a:solidFill>
              </a:rPr>
              <a:t>Azure AI (Microsoft Foundry): </a:t>
            </a:r>
            <a:r>
              <a:rPr lang="en-US" dirty="0">
                <a:solidFill>
                  <a:srgbClr val="FFFFFF"/>
                </a:solidFill>
                <a:hlinkClick r:id="rId4"/>
              </a:rPr>
              <a:t>https://ai.azure.com/</a:t>
            </a:r>
            <a:r>
              <a:rPr lang="en-US" dirty="0">
                <a:solidFill>
                  <a:srgbClr val="FFFFFF"/>
                </a:solidFill>
              </a:rPr>
              <a:t> </a:t>
            </a:r>
          </a:p>
          <a:p>
            <a:r>
              <a:rPr lang="en-US" dirty="0">
                <a:solidFill>
                  <a:srgbClr val="FFFFFF"/>
                </a:solidFill>
              </a:rPr>
              <a:t>AI Azure catalog: </a:t>
            </a:r>
            <a:r>
              <a:rPr lang="en-US" dirty="0">
                <a:solidFill>
                  <a:srgbClr val="FFFFFF"/>
                </a:solidFill>
                <a:hlinkClick r:id="rId5"/>
              </a:rPr>
              <a:t>https://ai.azure.com/catalog</a:t>
            </a:r>
            <a:r>
              <a:rPr lang="en-US" dirty="0">
                <a:solidFill>
                  <a:srgbClr val="FFFFFF"/>
                </a:solidFill>
              </a:rPr>
              <a:t> </a:t>
            </a:r>
          </a:p>
          <a:p>
            <a:r>
              <a:rPr lang="en-US" dirty="0">
                <a:solidFill>
                  <a:srgbClr val="FFFFFF"/>
                </a:solidFill>
              </a:rPr>
              <a:t>Models: </a:t>
            </a:r>
            <a:r>
              <a:rPr lang="en-US" dirty="0">
                <a:solidFill>
                  <a:srgbClr val="FFFFFF"/>
                </a:solidFill>
                <a:hlinkClick r:id="rId6"/>
              </a:rPr>
              <a:t>https://ai.azure.com/catalog/models</a:t>
            </a:r>
            <a:r>
              <a:rPr lang="en-US" dirty="0">
                <a:solidFill>
                  <a:srgbClr val="FFFFFF"/>
                </a:solidFill>
              </a:rPr>
              <a:t> </a:t>
            </a:r>
          </a:p>
          <a:p>
            <a:r>
              <a:rPr lang="en-US" dirty="0">
                <a:solidFill>
                  <a:srgbClr val="FFFFFF"/>
                </a:solidFill>
              </a:rPr>
              <a:t>Providers: </a:t>
            </a:r>
            <a:r>
              <a:rPr lang="en-US" dirty="0">
                <a:solidFill>
                  <a:srgbClr val="FFFFFF"/>
                </a:solidFill>
                <a:hlinkClick r:id="rId7"/>
              </a:rPr>
              <a:t>https://ai.azure.com/catalog/publishers</a:t>
            </a:r>
            <a:r>
              <a:rPr lang="en-US" dirty="0">
                <a:solidFill>
                  <a:srgbClr val="FFFFFF"/>
                </a:solidFill>
              </a:rPr>
              <a:t> </a:t>
            </a:r>
            <a:endParaRPr lang="en-RO" b="1" kern="100" dirty="0">
              <a:effectLst/>
              <a:ea typeface="Calibri" panose="020F0502020204030204" pitchFamily="34" charset="0"/>
              <a:cs typeface="Times New Roman" panose="02020603050405020304" pitchFamily="18" charset="0"/>
            </a:endParaRPr>
          </a:p>
        </p:txBody>
      </p:sp>
      <p:sp>
        <p:nvSpPr>
          <p:cNvPr id="5" name="Insert chapter name">
            <a:extLst>
              <a:ext uri="{FF2B5EF4-FFF2-40B4-BE49-F238E27FC236}">
                <a16:creationId xmlns:a16="http://schemas.microsoft.com/office/drawing/2014/main" id="{C1303EB8-A88E-F1AC-E445-6F46507CEBB9}"/>
              </a:ext>
            </a:extLst>
          </p:cNvPr>
          <p:cNvSpPr>
            <a:spLocks noGrp="1"/>
          </p:cNvSpPr>
          <p:nvPr>
            <p:ph type="body" sz="quarter" idx="21"/>
          </p:nvPr>
        </p:nvSpPr>
        <p:spPr>
          <a:xfrm>
            <a:off x="609599" y="207805"/>
            <a:ext cx="798577" cy="340835"/>
          </a:xfrm>
          <a:prstGeom prst="roundRect">
            <a:avLst>
              <a:gd name="adj" fmla="val 50000"/>
            </a:avLst>
          </a:prstGeom>
        </p:spPr>
        <p:txBody>
          <a:bodyPr>
            <a:normAutofit fontScale="92500" lnSpcReduction="20000"/>
          </a:bodyPr>
          <a:lstStyle/>
          <a:p>
            <a:r>
              <a:rPr lang="en-US" dirty="0"/>
              <a:t>Demo</a:t>
            </a:r>
            <a:endParaRPr dirty="0"/>
          </a:p>
        </p:txBody>
      </p:sp>
    </p:spTree>
    <p:extLst>
      <p:ext uri="{BB962C8B-B14F-4D97-AF65-F5344CB8AC3E}">
        <p14:creationId xmlns:p14="http://schemas.microsoft.com/office/powerpoint/2010/main" val="7589822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A6816-17FD-0D58-88B2-6C6997CBAF17}"/>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96D3D9C8-CA4D-BB2D-C6D1-569ABC005059}"/>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21</a:t>
            </a:fld>
            <a:endParaRPr dirty="0"/>
          </a:p>
        </p:txBody>
      </p:sp>
      <p:sp>
        <p:nvSpPr>
          <p:cNvPr id="480" name="Insert long title here">
            <a:extLst>
              <a:ext uri="{FF2B5EF4-FFF2-40B4-BE49-F238E27FC236}">
                <a16:creationId xmlns:a16="http://schemas.microsoft.com/office/drawing/2014/main" id="{F77794AE-54EF-860D-6504-C2E0DF389634}"/>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Simple AI Agent</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CE360573-932E-C7A2-CFF0-7E042DCDFE26}"/>
              </a:ext>
            </a:extLst>
          </p:cNvPr>
          <p:cNvSpPr txBox="1"/>
          <p:nvPr/>
        </p:nvSpPr>
        <p:spPr>
          <a:xfrm>
            <a:off x="636201" y="3975100"/>
            <a:ext cx="13371899" cy="26981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Model</a:t>
            </a:r>
          </a:p>
          <a:p>
            <a:r>
              <a:rPr lang="en-US" dirty="0">
                <a:solidFill>
                  <a:srgbClr val="FFFFFF"/>
                </a:solidFill>
              </a:rPr>
              <a:t>Instructions</a:t>
            </a:r>
          </a:p>
          <a:p>
            <a:r>
              <a:rPr lang="en-US" dirty="0">
                <a:solidFill>
                  <a:srgbClr val="FFFFFF"/>
                </a:solidFill>
              </a:rPr>
              <a:t>Execute AI Agent</a:t>
            </a:r>
          </a:p>
          <a:p>
            <a:r>
              <a:rPr lang="en-US" dirty="0">
                <a:solidFill>
                  <a:srgbClr val="FFFFFF"/>
                </a:solidFill>
              </a:rPr>
              <a:t>Session</a:t>
            </a:r>
          </a:p>
          <a:p>
            <a:r>
              <a:rPr lang="en-US" dirty="0">
                <a:solidFill>
                  <a:srgbClr val="FFFFFF"/>
                </a:solidFill>
              </a:rPr>
              <a:t>Structured output</a:t>
            </a:r>
            <a:endParaRPr lang="en-RO" b="1" kern="100" dirty="0">
              <a:effectLst/>
              <a:ea typeface="Calibri" panose="020F0502020204030204" pitchFamily="34" charset="0"/>
              <a:cs typeface="Times New Roman" panose="02020603050405020304" pitchFamily="18" charset="0"/>
            </a:endParaRPr>
          </a:p>
        </p:txBody>
      </p:sp>
      <p:sp>
        <p:nvSpPr>
          <p:cNvPr id="5" name="Insert chapter name">
            <a:extLst>
              <a:ext uri="{FF2B5EF4-FFF2-40B4-BE49-F238E27FC236}">
                <a16:creationId xmlns:a16="http://schemas.microsoft.com/office/drawing/2014/main" id="{348DEB80-A8AF-0986-3E5B-296C7672713B}"/>
              </a:ext>
            </a:extLst>
          </p:cNvPr>
          <p:cNvSpPr>
            <a:spLocks noGrp="1"/>
          </p:cNvSpPr>
          <p:nvPr>
            <p:ph type="body" sz="quarter" idx="21"/>
          </p:nvPr>
        </p:nvSpPr>
        <p:spPr>
          <a:xfrm>
            <a:off x="609599" y="207805"/>
            <a:ext cx="798577" cy="340835"/>
          </a:xfrm>
          <a:prstGeom prst="roundRect">
            <a:avLst>
              <a:gd name="adj" fmla="val 50000"/>
            </a:avLst>
          </a:prstGeom>
        </p:spPr>
        <p:txBody>
          <a:bodyPr>
            <a:normAutofit fontScale="92500" lnSpcReduction="20000"/>
          </a:bodyPr>
          <a:lstStyle/>
          <a:p>
            <a:r>
              <a:rPr lang="en-US" dirty="0"/>
              <a:t>Demo</a:t>
            </a:r>
            <a:endParaRPr dirty="0"/>
          </a:p>
        </p:txBody>
      </p:sp>
    </p:spTree>
    <p:extLst>
      <p:ext uri="{BB962C8B-B14F-4D97-AF65-F5344CB8AC3E}">
        <p14:creationId xmlns:p14="http://schemas.microsoft.com/office/powerpoint/2010/main" val="393227363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9D9EC-0DF9-3B91-1788-A679D238BDEC}"/>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31B64AE7-BCB8-EBDF-7736-60C9287E064F}"/>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22</a:t>
            </a:fld>
            <a:endParaRPr dirty="0"/>
          </a:p>
        </p:txBody>
      </p:sp>
      <p:sp>
        <p:nvSpPr>
          <p:cNvPr id="480" name="Insert long title here">
            <a:extLst>
              <a:ext uri="{FF2B5EF4-FFF2-40B4-BE49-F238E27FC236}">
                <a16:creationId xmlns:a16="http://schemas.microsoft.com/office/drawing/2014/main" id="{4EF13A43-8C89-19F6-9925-321ED7F35DD9}"/>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AI Agent using RAG</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6CACCFAB-D693-6CC9-FF4F-EFC222924545}"/>
              </a:ext>
            </a:extLst>
          </p:cNvPr>
          <p:cNvSpPr txBox="1"/>
          <p:nvPr/>
        </p:nvSpPr>
        <p:spPr>
          <a:xfrm>
            <a:off x="636201" y="3975100"/>
            <a:ext cx="13371899" cy="4514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Just a simple mock RAG.</a:t>
            </a:r>
            <a:endParaRPr lang="en-RO" b="1" kern="100" dirty="0">
              <a:effectLst/>
              <a:ea typeface="Calibri" panose="020F0502020204030204" pitchFamily="34" charset="0"/>
              <a:cs typeface="Times New Roman" panose="02020603050405020304" pitchFamily="18" charset="0"/>
            </a:endParaRPr>
          </a:p>
        </p:txBody>
      </p:sp>
      <p:sp>
        <p:nvSpPr>
          <p:cNvPr id="5" name="Insert chapter name">
            <a:extLst>
              <a:ext uri="{FF2B5EF4-FFF2-40B4-BE49-F238E27FC236}">
                <a16:creationId xmlns:a16="http://schemas.microsoft.com/office/drawing/2014/main" id="{3CD5E1D3-E6E1-709A-66F2-1AC33490D3F0}"/>
              </a:ext>
            </a:extLst>
          </p:cNvPr>
          <p:cNvSpPr>
            <a:spLocks noGrp="1"/>
          </p:cNvSpPr>
          <p:nvPr>
            <p:ph type="body" sz="quarter" idx="21"/>
          </p:nvPr>
        </p:nvSpPr>
        <p:spPr>
          <a:xfrm>
            <a:off x="609599" y="207805"/>
            <a:ext cx="798577" cy="340835"/>
          </a:xfrm>
          <a:prstGeom prst="roundRect">
            <a:avLst>
              <a:gd name="adj" fmla="val 50000"/>
            </a:avLst>
          </a:prstGeom>
        </p:spPr>
        <p:txBody>
          <a:bodyPr>
            <a:normAutofit fontScale="92500" lnSpcReduction="20000"/>
          </a:bodyPr>
          <a:lstStyle/>
          <a:p>
            <a:r>
              <a:rPr lang="en-US" dirty="0"/>
              <a:t>Demo</a:t>
            </a:r>
            <a:endParaRPr dirty="0"/>
          </a:p>
        </p:txBody>
      </p:sp>
    </p:spTree>
    <p:extLst>
      <p:ext uri="{BB962C8B-B14F-4D97-AF65-F5344CB8AC3E}">
        <p14:creationId xmlns:p14="http://schemas.microsoft.com/office/powerpoint/2010/main" val="53104742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4BBE9-AD55-9BC1-FB7B-6C971701B77C}"/>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4754CA08-0C83-5711-0056-3F2D50CFCDA4}"/>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23</a:t>
            </a:fld>
            <a:endParaRPr dirty="0"/>
          </a:p>
        </p:txBody>
      </p:sp>
      <p:sp>
        <p:nvSpPr>
          <p:cNvPr id="480" name="Insert long title here">
            <a:extLst>
              <a:ext uri="{FF2B5EF4-FFF2-40B4-BE49-F238E27FC236}">
                <a16:creationId xmlns:a16="http://schemas.microsoft.com/office/drawing/2014/main" id="{40C09AEF-1660-C1BD-733C-FB615724DAEC}"/>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AI </a:t>
            </a:r>
            <a:r>
              <a:rPr lang="en-GB"/>
              <a:t>Agent using </a:t>
            </a:r>
            <a:r>
              <a:rPr lang="en-GB" dirty="0"/>
              <a:t>Tools</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2295DE14-2207-06C1-4C2A-A88EDC6B2641}"/>
              </a:ext>
            </a:extLst>
          </p:cNvPr>
          <p:cNvSpPr txBox="1"/>
          <p:nvPr/>
        </p:nvSpPr>
        <p:spPr>
          <a:xfrm>
            <a:off x="636201" y="3975100"/>
            <a:ext cx="13371899" cy="10130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Functions as Tools</a:t>
            </a:r>
          </a:p>
          <a:p>
            <a:r>
              <a:rPr lang="en-US" dirty="0">
                <a:solidFill>
                  <a:srgbClr val="FFFFFF"/>
                </a:solidFill>
              </a:rPr>
              <a:t>MCP as Tools</a:t>
            </a:r>
            <a:endParaRPr lang="en-RO" b="1" kern="100" dirty="0">
              <a:effectLst/>
              <a:ea typeface="Calibri" panose="020F0502020204030204" pitchFamily="34" charset="0"/>
              <a:cs typeface="Times New Roman" panose="02020603050405020304" pitchFamily="18" charset="0"/>
            </a:endParaRPr>
          </a:p>
        </p:txBody>
      </p:sp>
      <p:sp>
        <p:nvSpPr>
          <p:cNvPr id="5" name="Insert chapter name">
            <a:extLst>
              <a:ext uri="{FF2B5EF4-FFF2-40B4-BE49-F238E27FC236}">
                <a16:creationId xmlns:a16="http://schemas.microsoft.com/office/drawing/2014/main" id="{E444F7DE-8674-EE68-3EA3-B37EC6E69BA6}"/>
              </a:ext>
            </a:extLst>
          </p:cNvPr>
          <p:cNvSpPr>
            <a:spLocks noGrp="1"/>
          </p:cNvSpPr>
          <p:nvPr>
            <p:ph type="body" sz="quarter" idx="21"/>
          </p:nvPr>
        </p:nvSpPr>
        <p:spPr>
          <a:xfrm>
            <a:off x="609599" y="207805"/>
            <a:ext cx="798577" cy="340835"/>
          </a:xfrm>
          <a:prstGeom prst="roundRect">
            <a:avLst>
              <a:gd name="adj" fmla="val 50000"/>
            </a:avLst>
          </a:prstGeom>
        </p:spPr>
        <p:txBody>
          <a:bodyPr>
            <a:normAutofit fontScale="92500" lnSpcReduction="20000"/>
          </a:bodyPr>
          <a:lstStyle/>
          <a:p>
            <a:r>
              <a:rPr lang="en-US" dirty="0"/>
              <a:t>Demo</a:t>
            </a:r>
            <a:endParaRPr dirty="0"/>
          </a:p>
        </p:txBody>
      </p:sp>
    </p:spTree>
    <p:extLst>
      <p:ext uri="{BB962C8B-B14F-4D97-AF65-F5344CB8AC3E}">
        <p14:creationId xmlns:p14="http://schemas.microsoft.com/office/powerpoint/2010/main" val="76437180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C6066-E350-7EC6-6F31-074852318B64}"/>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3A9F676E-299E-5F2A-33AF-4FE47A577BCE}"/>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24</a:t>
            </a:fld>
            <a:endParaRPr dirty="0"/>
          </a:p>
        </p:txBody>
      </p:sp>
      <p:sp>
        <p:nvSpPr>
          <p:cNvPr id="480" name="Insert long title here">
            <a:extLst>
              <a:ext uri="{FF2B5EF4-FFF2-40B4-BE49-F238E27FC236}">
                <a16:creationId xmlns:a16="http://schemas.microsoft.com/office/drawing/2014/main" id="{06EAF9B4-B09A-807B-7CD9-AC70489A8BFE}"/>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Workflows</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FE312327-7D54-74AE-C453-33D590C26B7C}"/>
              </a:ext>
            </a:extLst>
          </p:cNvPr>
          <p:cNvSpPr txBox="1"/>
          <p:nvPr/>
        </p:nvSpPr>
        <p:spPr>
          <a:xfrm>
            <a:off x="636201" y="3975100"/>
            <a:ext cx="13371899" cy="38215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Sequential Workflow</a:t>
            </a:r>
          </a:p>
          <a:p>
            <a:endParaRPr lang="en-US" dirty="0">
              <a:solidFill>
                <a:srgbClr val="FFFFFF"/>
              </a:solidFill>
            </a:endParaRPr>
          </a:p>
          <a:p>
            <a:endParaRPr lang="en-US" dirty="0">
              <a:solidFill>
                <a:srgbClr val="FFFFFF"/>
              </a:solidFill>
            </a:endParaRPr>
          </a:p>
          <a:p>
            <a:endParaRPr lang="en-US" dirty="0">
              <a:solidFill>
                <a:srgbClr val="FFFFFF"/>
              </a:solidFill>
            </a:endParaRPr>
          </a:p>
          <a:p>
            <a:endParaRPr lang="en-US" dirty="0">
              <a:solidFill>
                <a:srgbClr val="FFFFFF"/>
              </a:solidFill>
            </a:endParaRPr>
          </a:p>
          <a:p>
            <a:endParaRPr lang="en-US" dirty="0">
              <a:solidFill>
                <a:srgbClr val="FFFFFF"/>
              </a:solidFill>
            </a:endParaRPr>
          </a:p>
          <a:p>
            <a:r>
              <a:rPr lang="en-US" dirty="0">
                <a:solidFill>
                  <a:srgbClr val="FFFFFF"/>
                </a:solidFill>
              </a:rPr>
              <a:t>Branching Workflow</a:t>
            </a:r>
            <a:endParaRPr lang="en-RO" b="1" kern="100" dirty="0">
              <a:effectLst/>
              <a:ea typeface="Calibri" panose="020F0502020204030204" pitchFamily="34" charset="0"/>
              <a:cs typeface="Times New Roman" panose="02020603050405020304" pitchFamily="18" charset="0"/>
            </a:endParaRPr>
          </a:p>
        </p:txBody>
      </p:sp>
      <p:sp>
        <p:nvSpPr>
          <p:cNvPr id="5" name="Insert chapter name">
            <a:extLst>
              <a:ext uri="{FF2B5EF4-FFF2-40B4-BE49-F238E27FC236}">
                <a16:creationId xmlns:a16="http://schemas.microsoft.com/office/drawing/2014/main" id="{4EFD6763-F91C-FEDB-90D0-A7EC59CBDE5D}"/>
              </a:ext>
            </a:extLst>
          </p:cNvPr>
          <p:cNvSpPr>
            <a:spLocks noGrp="1"/>
          </p:cNvSpPr>
          <p:nvPr>
            <p:ph type="body" sz="quarter" idx="21"/>
          </p:nvPr>
        </p:nvSpPr>
        <p:spPr>
          <a:xfrm>
            <a:off x="609599" y="207805"/>
            <a:ext cx="798577" cy="340835"/>
          </a:xfrm>
          <a:prstGeom prst="roundRect">
            <a:avLst>
              <a:gd name="adj" fmla="val 50000"/>
            </a:avLst>
          </a:prstGeom>
        </p:spPr>
        <p:txBody>
          <a:bodyPr>
            <a:normAutofit fontScale="92500" lnSpcReduction="20000"/>
          </a:bodyPr>
          <a:lstStyle/>
          <a:p>
            <a:r>
              <a:rPr lang="en-US" dirty="0"/>
              <a:t>Demo</a:t>
            </a:r>
            <a:endParaRPr dirty="0"/>
          </a:p>
        </p:txBody>
      </p:sp>
      <p:pic>
        <p:nvPicPr>
          <p:cNvPr id="4" name="Picture 3">
            <a:extLst>
              <a:ext uri="{FF2B5EF4-FFF2-40B4-BE49-F238E27FC236}">
                <a16:creationId xmlns:a16="http://schemas.microsoft.com/office/drawing/2014/main" id="{9D880EE0-6115-30E4-D96B-120AF62A387D}"/>
              </a:ext>
            </a:extLst>
          </p:cNvPr>
          <p:cNvPicPr>
            <a:picLocks noChangeAspect="1"/>
          </p:cNvPicPr>
          <p:nvPr/>
        </p:nvPicPr>
        <p:blipFill>
          <a:blip r:embed="rId3"/>
          <a:stretch>
            <a:fillRect/>
          </a:stretch>
        </p:blipFill>
        <p:spPr>
          <a:xfrm>
            <a:off x="1578863" y="4461895"/>
            <a:ext cx="18867121" cy="2286276"/>
          </a:xfrm>
          <a:prstGeom prst="rect">
            <a:avLst/>
          </a:prstGeom>
        </p:spPr>
      </p:pic>
      <p:pic>
        <p:nvPicPr>
          <p:cNvPr id="7" name="Picture 6">
            <a:extLst>
              <a:ext uri="{FF2B5EF4-FFF2-40B4-BE49-F238E27FC236}">
                <a16:creationId xmlns:a16="http://schemas.microsoft.com/office/drawing/2014/main" id="{7C5DACF7-1406-6BDD-B009-EF42647BD912}"/>
              </a:ext>
            </a:extLst>
          </p:cNvPr>
          <p:cNvPicPr>
            <a:picLocks noChangeAspect="1"/>
          </p:cNvPicPr>
          <p:nvPr/>
        </p:nvPicPr>
        <p:blipFill>
          <a:blip r:embed="rId4"/>
          <a:stretch>
            <a:fillRect/>
          </a:stretch>
        </p:blipFill>
        <p:spPr>
          <a:xfrm>
            <a:off x="1578863" y="8283454"/>
            <a:ext cx="18867120" cy="4523585"/>
          </a:xfrm>
          <a:prstGeom prst="rect">
            <a:avLst/>
          </a:prstGeom>
        </p:spPr>
      </p:pic>
    </p:spTree>
    <p:extLst>
      <p:ext uri="{BB962C8B-B14F-4D97-AF65-F5344CB8AC3E}">
        <p14:creationId xmlns:p14="http://schemas.microsoft.com/office/powerpoint/2010/main" val="41338684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739F3-0BD9-1D58-D2CF-E523CB3F7221}"/>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177B2F9B-3F27-5352-DFE7-EC3158D39BF0}"/>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25</a:t>
            </a:fld>
            <a:endParaRPr dirty="0"/>
          </a:p>
        </p:txBody>
      </p:sp>
      <p:sp>
        <p:nvSpPr>
          <p:cNvPr id="480" name="Insert long title here">
            <a:extLst>
              <a:ext uri="{FF2B5EF4-FFF2-40B4-BE49-F238E27FC236}">
                <a16:creationId xmlns:a16="http://schemas.microsoft.com/office/drawing/2014/main" id="{F4F1210F-4429-E7D6-AFC1-5196BB5596E8}"/>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AI Agent Workflow</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FC0CCA0B-8794-9DC1-468E-157AF29863C9}"/>
              </a:ext>
            </a:extLst>
          </p:cNvPr>
          <p:cNvSpPr txBox="1"/>
          <p:nvPr/>
        </p:nvSpPr>
        <p:spPr>
          <a:xfrm>
            <a:off x="636201" y="3975100"/>
            <a:ext cx="13371899" cy="4514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r>
              <a:rPr lang="en-US" dirty="0">
                <a:solidFill>
                  <a:srgbClr val="FFFFFF"/>
                </a:solidFill>
              </a:rPr>
              <a:t>Workflow from 3 agents: Historian, Translator, Fact-Checker.</a:t>
            </a:r>
            <a:endParaRPr lang="en-RO" b="1" kern="100" dirty="0">
              <a:effectLst/>
              <a:ea typeface="Calibri" panose="020F0502020204030204" pitchFamily="34" charset="0"/>
              <a:cs typeface="Times New Roman" panose="02020603050405020304" pitchFamily="18" charset="0"/>
            </a:endParaRPr>
          </a:p>
        </p:txBody>
      </p:sp>
      <p:sp>
        <p:nvSpPr>
          <p:cNvPr id="5" name="Insert chapter name">
            <a:extLst>
              <a:ext uri="{FF2B5EF4-FFF2-40B4-BE49-F238E27FC236}">
                <a16:creationId xmlns:a16="http://schemas.microsoft.com/office/drawing/2014/main" id="{6016AFDE-576B-042F-1219-06CE4CBDAB08}"/>
              </a:ext>
            </a:extLst>
          </p:cNvPr>
          <p:cNvSpPr>
            <a:spLocks noGrp="1"/>
          </p:cNvSpPr>
          <p:nvPr>
            <p:ph type="body" sz="quarter" idx="21"/>
          </p:nvPr>
        </p:nvSpPr>
        <p:spPr>
          <a:xfrm>
            <a:off x="609599" y="207805"/>
            <a:ext cx="798577" cy="340835"/>
          </a:xfrm>
          <a:prstGeom prst="roundRect">
            <a:avLst>
              <a:gd name="adj" fmla="val 50000"/>
            </a:avLst>
          </a:prstGeom>
        </p:spPr>
        <p:txBody>
          <a:bodyPr>
            <a:normAutofit fontScale="92500" lnSpcReduction="20000"/>
          </a:bodyPr>
          <a:lstStyle/>
          <a:p>
            <a:r>
              <a:rPr lang="en-US" dirty="0"/>
              <a:t>Demo</a:t>
            </a:r>
            <a:endParaRPr dirty="0"/>
          </a:p>
        </p:txBody>
      </p:sp>
      <p:pic>
        <p:nvPicPr>
          <p:cNvPr id="4" name="Picture 3">
            <a:extLst>
              <a:ext uri="{FF2B5EF4-FFF2-40B4-BE49-F238E27FC236}">
                <a16:creationId xmlns:a16="http://schemas.microsoft.com/office/drawing/2014/main" id="{7C3CCD55-DAFF-5A57-BCEA-A46123F92D09}"/>
              </a:ext>
            </a:extLst>
          </p:cNvPr>
          <p:cNvPicPr>
            <a:picLocks noChangeAspect="1"/>
          </p:cNvPicPr>
          <p:nvPr/>
        </p:nvPicPr>
        <p:blipFill>
          <a:blip r:embed="rId3"/>
          <a:stretch>
            <a:fillRect/>
          </a:stretch>
        </p:blipFill>
        <p:spPr>
          <a:xfrm>
            <a:off x="1496822" y="6099672"/>
            <a:ext cx="20780755" cy="3189823"/>
          </a:xfrm>
          <a:prstGeom prst="rect">
            <a:avLst/>
          </a:prstGeom>
        </p:spPr>
      </p:pic>
    </p:spTree>
    <p:extLst>
      <p:ext uri="{BB962C8B-B14F-4D97-AF65-F5344CB8AC3E}">
        <p14:creationId xmlns:p14="http://schemas.microsoft.com/office/powerpoint/2010/main" val="859360739"/>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DCEA1-E7DE-2B74-A680-A7532A9E7939}"/>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02EF45E2-47CE-890E-0AF3-672F3ADDCEBE}"/>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26</a:t>
            </a:fld>
            <a:endParaRPr dirty="0"/>
          </a:p>
        </p:txBody>
      </p:sp>
      <p:sp>
        <p:nvSpPr>
          <p:cNvPr id="480" name="Insert long title here">
            <a:extLst>
              <a:ext uri="{FF2B5EF4-FFF2-40B4-BE49-F238E27FC236}">
                <a16:creationId xmlns:a16="http://schemas.microsoft.com/office/drawing/2014/main" id="{B037177E-2D06-9538-5792-51886620A7AF}"/>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Final Notes</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8B2990A6-B116-8971-D000-800BE11805A4}"/>
              </a:ext>
            </a:extLst>
          </p:cNvPr>
          <p:cNvSpPr txBox="1"/>
          <p:nvPr/>
        </p:nvSpPr>
        <p:spPr>
          <a:xfrm>
            <a:off x="636201" y="3975100"/>
            <a:ext cx="13371899" cy="15747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Don't build AI Agents for everything!!!</a:t>
            </a:r>
          </a:p>
          <a:p>
            <a:pPr marL="360000" indent="-360000">
              <a:buClr>
                <a:srgbClr val="FF4230"/>
              </a:buClr>
              <a:buFont typeface="+mj-lt"/>
              <a:buAutoNum type="arabicPeriod"/>
            </a:pPr>
            <a:r>
              <a:rPr lang="en-US" b="1" kern="100" dirty="0">
                <a:solidFill>
                  <a:srgbClr val="FFFFFF"/>
                </a:solidFill>
                <a:ea typeface="Calibri" panose="020F0502020204030204" pitchFamily="34" charset="0"/>
                <a:cs typeface="Times New Roman" panose="02020603050405020304" pitchFamily="18" charset="0"/>
              </a:rPr>
              <a:t>Keep it simple</a:t>
            </a:r>
            <a:endParaRPr lang="en-RO"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b="1" kern="100" dirty="0">
                <a:solidFill>
                  <a:srgbClr val="FFFFFF"/>
                </a:solidFill>
                <a:ea typeface="Calibri" panose="020F0502020204030204" pitchFamily="34" charset="0"/>
                <a:cs typeface="Times New Roman" panose="02020603050405020304" pitchFamily="18" charset="0"/>
              </a:rPr>
              <a:t>Think like your agents</a:t>
            </a:r>
            <a:endParaRPr lang="en-RO" b="1" kern="100" dirty="0">
              <a:ea typeface="Calibri" panose="020F0502020204030204" pitchFamily="34" charset="0"/>
              <a:cs typeface="Times New Roman" panose="02020603050405020304" pitchFamily="18" charset="0"/>
            </a:endParaRPr>
          </a:p>
        </p:txBody>
      </p:sp>
      <p:sp>
        <p:nvSpPr>
          <p:cNvPr id="5" name="Insert chapter name">
            <a:extLst>
              <a:ext uri="{FF2B5EF4-FFF2-40B4-BE49-F238E27FC236}">
                <a16:creationId xmlns:a16="http://schemas.microsoft.com/office/drawing/2014/main" id="{D5C3DE8A-88E1-3837-F1F0-5EA91F1D2211}"/>
              </a:ext>
            </a:extLst>
          </p:cNvPr>
          <p:cNvSpPr>
            <a:spLocks noGrp="1"/>
          </p:cNvSpPr>
          <p:nvPr>
            <p:ph type="body" sz="quarter" idx="21"/>
          </p:nvPr>
        </p:nvSpPr>
        <p:spPr>
          <a:xfrm>
            <a:off x="609599" y="207805"/>
            <a:ext cx="597409" cy="340835"/>
          </a:xfrm>
          <a:prstGeom prst="roundRect">
            <a:avLst>
              <a:gd name="adj" fmla="val 50000"/>
            </a:avLst>
          </a:prstGeom>
        </p:spPr>
        <p:txBody>
          <a:bodyPr>
            <a:normAutofit fontScale="92500" lnSpcReduction="20000"/>
          </a:bodyPr>
          <a:lstStyle/>
          <a:p>
            <a:r>
              <a:rPr lang="en-US" dirty="0"/>
              <a:t>End</a:t>
            </a:r>
            <a:endParaRPr dirty="0"/>
          </a:p>
        </p:txBody>
      </p:sp>
      <p:pic>
        <p:nvPicPr>
          <p:cNvPr id="4" name="Picture 3">
            <a:extLst>
              <a:ext uri="{FF2B5EF4-FFF2-40B4-BE49-F238E27FC236}">
                <a16:creationId xmlns:a16="http://schemas.microsoft.com/office/drawing/2014/main" id="{E1EC4429-4557-DF9C-67B5-46B21ACA8207}"/>
              </a:ext>
            </a:extLst>
          </p:cNvPr>
          <p:cNvPicPr>
            <a:picLocks noChangeAspect="1"/>
          </p:cNvPicPr>
          <p:nvPr/>
        </p:nvPicPr>
        <p:blipFill>
          <a:blip r:embed="rId3"/>
          <a:stretch>
            <a:fillRect/>
          </a:stretch>
        </p:blipFill>
        <p:spPr>
          <a:xfrm>
            <a:off x="7987460" y="3756829"/>
            <a:ext cx="12041280" cy="5763429"/>
          </a:xfrm>
          <a:prstGeom prst="rect">
            <a:avLst/>
          </a:prstGeom>
        </p:spPr>
      </p:pic>
    </p:spTree>
    <p:extLst>
      <p:ext uri="{BB962C8B-B14F-4D97-AF65-F5344CB8AC3E}">
        <p14:creationId xmlns:p14="http://schemas.microsoft.com/office/powerpoint/2010/main" val="3508047413"/>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E8CCA-6439-2091-8154-68FD75AC0C0F}"/>
            </a:ext>
          </a:extLst>
        </p:cNvPr>
        <p:cNvGrpSpPr/>
        <p:nvPr/>
      </p:nvGrpSpPr>
      <p:grpSpPr>
        <a:xfrm>
          <a:off x="0" y="0"/>
          <a:ext cx="0" cy="0"/>
          <a:chOff x="0" y="0"/>
          <a:chExt cx="0" cy="0"/>
        </a:xfrm>
      </p:grpSpPr>
      <p:sp>
        <p:nvSpPr>
          <p:cNvPr id="479" name="Slide Number">
            <a:extLst>
              <a:ext uri="{FF2B5EF4-FFF2-40B4-BE49-F238E27FC236}">
                <a16:creationId xmlns:a16="http://schemas.microsoft.com/office/drawing/2014/main" id="{0DD3FB85-C1D8-B090-93D7-F28E4E18C13C}"/>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27</a:t>
            </a:fld>
            <a:endParaRPr dirty="0"/>
          </a:p>
        </p:txBody>
      </p:sp>
      <p:sp>
        <p:nvSpPr>
          <p:cNvPr id="480" name="Insert long title here">
            <a:extLst>
              <a:ext uri="{FF2B5EF4-FFF2-40B4-BE49-F238E27FC236}">
                <a16:creationId xmlns:a16="http://schemas.microsoft.com/office/drawing/2014/main" id="{5775B7BD-E6FB-D511-FE4F-F8E31AD007A9}"/>
              </a:ext>
            </a:extLst>
          </p:cNvPr>
          <p:cNvSpPr txBox="1"/>
          <p:nvPr/>
        </p:nvSpPr>
        <p:spPr>
          <a:xfrm>
            <a:off x="614427" y="1622830"/>
            <a:ext cx="22545546" cy="147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470262">
              <a:lnSpc>
                <a:spcPct val="80000"/>
              </a:lnSpc>
              <a:spcBef>
                <a:spcPts val="0"/>
              </a:spcBef>
              <a:defRPr sz="9600">
                <a:solidFill>
                  <a:srgbClr val="FFFFFF"/>
                </a:solidFill>
                <a:latin typeface="+mj-lt"/>
                <a:ea typeface="+mj-ea"/>
                <a:cs typeface="+mj-cs"/>
                <a:sym typeface="Poppins Medium"/>
              </a:defRPr>
            </a:lvl1pPr>
          </a:lstStyle>
          <a:p>
            <a:pPr>
              <a:lnSpc>
                <a:spcPct val="100000"/>
              </a:lnSpc>
            </a:pPr>
            <a:r>
              <a:rPr lang="en-GB" dirty="0"/>
              <a:t>Resources</a:t>
            </a:r>
            <a:endParaRPr lang="en-GB" dirty="0">
              <a:solidFill>
                <a:srgbClr val="FF4230"/>
              </a:solidFill>
            </a:endParaRPr>
          </a:p>
        </p:txBody>
      </p:sp>
      <p:sp>
        <p:nvSpPr>
          <p:cNvPr id="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66912A71-6C01-9ABD-37D7-071D2A230BD3}"/>
              </a:ext>
            </a:extLst>
          </p:cNvPr>
          <p:cNvSpPr txBox="1"/>
          <p:nvPr/>
        </p:nvSpPr>
        <p:spPr>
          <a:xfrm>
            <a:off x="636201" y="3975100"/>
            <a:ext cx="13371899" cy="13824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pPr>
              <a:buClr>
                <a:srgbClr val="FF4230"/>
              </a:buClr>
            </a:pPr>
            <a:r>
              <a:rPr lang="en-US" b="1" kern="100" dirty="0">
                <a:solidFill>
                  <a:srgbClr val="FFFFFF"/>
                </a:solidFill>
                <a:ea typeface="Calibri" panose="020F0502020204030204" pitchFamily="34" charset="0"/>
                <a:cs typeface="Times New Roman" panose="02020603050405020304" pitchFamily="18" charset="0"/>
              </a:rPr>
              <a:t>Official Microsoft Agent  Framework documentation: </a:t>
            </a:r>
          </a:p>
          <a:p>
            <a:pPr>
              <a:buClr>
                <a:srgbClr val="FF4230"/>
              </a:buClr>
            </a:pPr>
            <a:r>
              <a:rPr lang="en-US" b="1" kern="100" dirty="0">
                <a:solidFill>
                  <a:srgbClr val="FFFFFF"/>
                </a:solidFill>
                <a:ea typeface="Calibri" panose="020F0502020204030204" pitchFamily="34" charset="0"/>
                <a:cs typeface="Times New Roman" panose="02020603050405020304" pitchFamily="18" charset="0"/>
                <a:hlinkClick r:id="rId3"/>
              </a:rPr>
              <a:t>https://learn.microsoft.com/en-us/agent-framework/</a:t>
            </a:r>
            <a:br>
              <a:rPr lang="en-US" b="1" kern="100" dirty="0">
                <a:solidFill>
                  <a:srgbClr val="FFFFFF"/>
                </a:solidFill>
                <a:ea typeface="Calibri" panose="020F0502020204030204" pitchFamily="34" charset="0"/>
                <a:cs typeface="Times New Roman" panose="02020603050405020304" pitchFamily="18" charset="0"/>
              </a:rPr>
            </a:br>
            <a:endParaRPr lang="en-RO" b="1" kern="100" dirty="0">
              <a:effectLst/>
              <a:ea typeface="Calibri" panose="020F0502020204030204" pitchFamily="34" charset="0"/>
              <a:cs typeface="Times New Roman" panose="02020603050405020304" pitchFamily="18" charset="0"/>
            </a:endParaRPr>
          </a:p>
        </p:txBody>
      </p:sp>
      <p:sp>
        <p:nvSpPr>
          <p:cNvPr id="5" name="Insert chapter name">
            <a:extLst>
              <a:ext uri="{FF2B5EF4-FFF2-40B4-BE49-F238E27FC236}">
                <a16:creationId xmlns:a16="http://schemas.microsoft.com/office/drawing/2014/main" id="{49B7214D-7B1D-9C3D-992A-B8BFE86F152F}"/>
              </a:ext>
            </a:extLst>
          </p:cNvPr>
          <p:cNvSpPr>
            <a:spLocks noGrp="1"/>
          </p:cNvSpPr>
          <p:nvPr>
            <p:ph type="body" sz="quarter" idx="21"/>
          </p:nvPr>
        </p:nvSpPr>
        <p:spPr>
          <a:xfrm>
            <a:off x="609599" y="207805"/>
            <a:ext cx="597409" cy="340835"/>
          </a:xfrm>
          <a:prstGeom prst="roundRect">
            <a:avLst>
              <a:gd name="adj" fmla="val 50000"/>
            </a:avLst>
          </a:prstGeom>
        </p:spPr>
        <p:txBody>
          <a:bodyPr>
            <a:normAutofit fontScale="92500" lnSpcReduction="20000"/>
          </a:bodyPr>
          <a:lstStyle/>
          <a:p>
            <a:r>
              <a:rPr lang="en-US" dirty="0"/>
              <a:t>End</a:t>
            </a:r>
            <a:endParaRPr dirty="0"/>
          </a:p>
        </p:txBody>
      </p:sp>
    </p:spTree>
    <p:extLst>
      <p:ext uri="{BB962C8B-B14F-4D97-AF65-F5344CB8AC3E}">
        <p14:creationId xmlns:p14="http://schemas.microsoft.com/office/powerpoint/2010/main" val="1009364511"/>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9" name="Slide Number"/>
          <p:cNvSpPr txBox="1">
            <a:spLocks noGrp="1"/>
          </p:cNvSpPr>
          <p:nvPr>
            <p:ph type="sldNum" sz="quarter" idx="2"/>
          </p:nvPr>
        </p:nvSpPr>
        <p:spPr>
          <a:xfrm>
            <a:off x="23455770" y="13109106"/>
            <a:ext cx="322174" cy="297180"/>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28</a:t>
            </a:fld>
            <a:endParaRPr/>
          </a:p>
        </p:txBody>
      </p:sp>
      <p:sp>
        <p:nvSpPr>
          <p:cNvPr id="1850" name="Thank you!"/>
          <p:cNvSpPr txBox="1"/>
          <p:nvPr/>
        </p:nvSpPr>
        <p:spPr>
          <a:xfrm>
            <a:off x="3240710" y="5802316"/>
            <a:ext cx="17902581" cy="162159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71437" tIns="71437" rIns="71437" bIns="71437">
            <a:spAutoFit/>
          </a:bodyPr>
          <a:lstStyle/>
          <a:p>
            <a:pPr algn="ctr" defTabSz="470262">
              <a:lnSpc>
                <a:spcPct val="100000"/>
              </a:lnSpc>
              <a:spcBef>
                <a:spcPts val="0"/>
              </a:spcBef>
              <a:defRPr sz="9600">
                <a:latin typeface="+mj-lt"/>
                <a:ea typeface="+mj-ea"/>
                <a:cs typeface="+mj-cs"/>
                <a:sym typeface="Poppins Medium"/>
              </a:defRPr>
            </a:pPr>
            <a:r>
              <a:rPr>
                <a:solidFill>
                  <a:srgbClr val="FFFFFF"/>
                </a:solidFill>
              </a:rPr>
              <a:t>Thank </a:t>
            </a:r>
            <a:r>
              <a:rPr>
                <a:solidFill>
                  <a:srgbClr val="FF5640"/>
                </a:solidFill>
              </a:rPr>
              <a:t>you</a:t>
            </a:r>
            <a:r>
              <a:rPr>
                <a:solidFill>
                  <a:srgbClr val="FFFFFF"/>
                </a:solidFill>
              </a:rPr>
              <a:t>!</a:t>
            </a:r>
          </a:p>
        </p:txBody>
      </p:sp>
    </p:spTree>
  </p:cSld>
  <p:clrMapOvr>
    <a:masterClrMapping/>
  </p:clrMapOvr>
  <p:transition spd="med"/>
</p:sld>
</file>

<file path=ppt/theme/theme1.xml><?xml version="1.0" encoding="utf-8"?>
<a:theme xmlns:a="http://schemas.openxmlformats.org/drawingml/2006/main" name="White">
  <a:themeElements>
    <a:clrScheme name="Endava 1">
      <a:dk1>
        <a:srgbClr val="122B38"/>
      </a:dk1>
      <a:lt1>
        <a:srgbClr val="FF422F"/>
      </a:lt1>
      <a:dk2>
        <a:srgbClr val="122B38"/>
      </a:dk2>
      <a:lt2>
        <a:srgbClr val="FEFFFF"/>
      </a:lt2>
      <a:accent1>
        <a:srgbClr val="00A859"/>
      </a:accent1>
      <a:accent2>
        <a:srgbClr val="3D9BC8"/>
      </a:accent2>
      <a:accent3>
        <a:srgbClr val="FF4231"/>
      </a:accent3>
      <a:accent4>
        <a:srgbClr val="DB7D00"/>
      </a:accent4>
      <a:accent5>
        <a:srgbClr val="8683C3"/>
      </a:accent5>
      <a:accent6>
        <a:srgbClr val="729A00"/>
      </a:accent6>
      <a:hlink>
        <a:srgbClr val="FF422F"/>
      </a:hlink>
      <a:folHlink>
        <a:srgbClr val="FF422F"/>
      </a:folHlink>
    </a:clrScheme>
    <a:fontScheme name="DavaSans">
      <a:majorFont>
        <a:latin typeface="Dava Sans Med"/>
        <a:ea typeface=""/>
        <a:cs typeface=""/>
      </a:majorFont>
      <a:minorFont>
        <a:latin typeface="Dava Sans"/>
        <a:ea typeface=""/>
        <a:cs typefac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16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Poppins Medium"/>
        <a:ea typeface="Poppins Medium"/>
        <a:cs typeface="Poppins Medium"/>
      </a:majorFont>
      <a:minorFont>
        <a:latin typeface="Poppins Regular"/>
        <a:ea typeface="Poppins Regular"/>
        <a:cs typeface="Poppins Regular"/>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16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2f16b87-0624-477d-ba0a-750d221ab23c">
      <Terms xmlns="http://schemas.microsoft.com/office/infopath/2007/PartnerControls"/>
    </lcf76f155ced4ddcb4097134ff3c332f>
    <TaxCatchAll xmlns="8168535b-5d60-42ad-a65e-bf2e941e3ec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0E1A3AB7BB67645ADF34C3F66D16019" ma:contentTypeVersion="11" ma:contentTypeDescription="Create a new document." ma:contentTypeScope="" ma:versionID="d5e8625edbf3cbe113aba52c19c8cb8b">
  <xsd:schema xmlns:xsd="http://www.w3.org/2001/XMLSchema" xmlns:xs="http://www.w3.org/2001/XMLSchema" xmlns:p="http://schemas.microsoft.com/office/2006/metadata/properties" xmlns:ns2="d2f16b87-0624-477d-ba0a-750d221ab23c" xmlns:ns3="8168535b-5d60-42ad-a65e-bf2e941e3ec4" targetNamespace="http://schemas.microsoft.com/office/2006/metadata/properties" ma:root="true" ma:fieldsID="9f08ffe739e095a277a850cd7ebfb897" ns2:_="" ns3:_="">
    <xsd:import namespace="d2f16b87-0624-477d-ba0a-750d221ab23c"/>
    <xsd:import namespace="8168535b-5d60-42ad-a65e-bf2e941e3ec4"/>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f16b87-0624-477d-ba0a-750d221ab23c"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cda9fbb2-20ec-4b38-b475-624b7129167d"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168535b-5d60-42ad-a65e-bf2e941e3ec4"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cc2d09db-f028-4af3-897f-09bcaa6006ba}" ma:internalName="TaxCatchAll" ma:showField="CatchAllData" ma:web="8168535b-5d60-42ad-a65e-bf2e941e3e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54546E5-6158-445B-86FA-D0CB17A6BF05}">
  <ds:schemaRefs>
    <ds:schemaRef ds:uri="http://schemas.microsoft.com/sharepoint/v3/contenttype/forms"/>
  </ds:schemaRefs>
</ds:datastoreItem>
</file>

<file path=customXml/itemProps2.xml><?xml version="1.0" encoding="utf-8"?>
<ds:datastoreItem xmlns:ds="http://schemas.openxmlformats.org/officeDocument/2006/customXml" ds:itemID="{2F3AC3B7-1DF3-4C6B-ACF9-D9E0163D9FAF}">
  <ds:schemaRefs>
    <ds:schemaRef ds:uri="http://schemas.microsoft.com/office/2006/metadata/properties"/>
    <ds:schemaRef ds:uri="http://schemas.microsoft.com/office/infopath/2007/PartnerControls"/>
    <ds:schemaRef ds:uri="d2f16b87-0624-477d-ba0a-750d221ab23c"/>
    <ds:schemaRef ds:uri="8168535b-5d60-42ad-a65e-bf2e941e3ec4"/>
  </ds:schemaRefs>
</ds:datastoreItem>
</file>

<file path=customXml/itemProps3.xml><?xml version="1.0" encoding="utf-8"?>
<ds:datastoreItem xmlns:ds="http://schemas.openxmlformats.org/officeDocument/2006/customXml" ds:itemID="{60816B88-42CF-496F-8F60-2F1DE78448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f16b87-0624-477d-ba0a-750d221ab23c"/>
    <ds:schemaRef ds:uri="8168535b-5d60-42ad-a65e-bf2e941e3e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21843</TotalTime>
  <Words>1035</Words>
  <Application>Microsoft Office PowerPoint</Application>
  <PresentationFormat>Custom</PresentationFormat>
  <Paragraphs>179</Paragraphs>
  <Slides>28</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Dava Sans Med</vt:lpstr>
      <vt:lpstr>Calibri</vt:lpstr>
      <vt:lpstr>Dava Sans</vt:lpstr>
      <vt:lpstr>White</vt:lpstr>
      <vt:lpstr>Building AI Agents    Turning LLMs into Decision Makers.</vt:lpstr>
      <vt:lpstr>PowerPoint Presentation</vt:lpstr>
      <vt:lpstr>PowerPoint Presentation</vt:lpstr>
      <vt:lpstr>The History that Led to Agentic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Technologies for Building Agentic Systems</vt:lpstr>
      <vt:lpstr>PowerPoint Presentation</vt:lpstr>
      <vt:lpstr>PowerPoint Presentation</vt:lpstr>
      <vt:lpstr>PowerPoint Presentation</vt:lpstr>
      <vt:lpstr>PowerPoint Presentation</vt:lpstr>
      <vt:lpstr>Demo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Meto Trajkovski</dc:creator>
  <cp:lastModifiedBy>Meto Trajkovski</cp:lastModifiedBy>
  <cp:revision>42</cp:revision>
  <dcterms:modified xsi:type="dcterms:W3CDTF">2026-02-03T10:59:48Z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0x01010060E1A3AB7BB67645ADF34C3F66D16019</vt:lpwstr>
  </property>
</Properties>
</file>